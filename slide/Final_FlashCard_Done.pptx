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Noto Sans" panose="020B0502040504020204" pitchFamily="34" charset="0"/>
      <p:regular r:id="rId22"/>
      <p:bold r:id="rId23"/>
      <p:italic r:id="rId24"/>
      <p:boldItalic r:id="rId25"/>
    </p:embeddedFont>
    <p:embeddedFont>
      <p:font typeface="Noto Sans Bold" panose="020B0802040504020204" charset="0"/>
      <p:regular r:id="rId26"/>
      <p:bold r:id="rId27"/>
    </p:embeddedFont>
    <p:embeddedFont>
      <p:font typeface="Open Sans" panose="020B0606030504020204" pitchFamily="34" charset="0"/>
      <p:regular r:id="rId28"/>
    </p:embeddedFont>
    <p:embeddedFont>
      <p:font typeface="Open Sans Bold" panose="020B0604020202020204" charset="0"/>
      <p:regular r:id="rId29"/>
    </p:embeddedFont>
    <p:embeddedFont>
      <p:font typeface="Open Sans Bold Italics" panose="020B0604020202020204" charset="0"/>
      <p:regular r:id="rId30"/>
    </p:embeddedFont>
    <p:embeddedFont>
      <p:font typeface="TT Norms Bold" panose="020B0604020202020204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16.png"/><Relationship Id="rId3" Type="http://schemas.openxmlformats.org/officeDocument/2006/relationships/image" Target="../media/image17.png"/><Relationship Id="rId7" Type="http://schemas.openxmlformats.org/officeDocument/2006/relationships/image" Target="../media/image23.png"/><Relationship Id="rId12" Type="http://schemas.openxmlformats.org/officeDocument/2006/relationships/image" Target="../media/image1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3" Type="http://schemas.openxmlformats.org/officeDocument/2006/relationships/image" Target="../media/image28.png"/><Relationship Id="rId21" Type="http://schemas.openxmlformats.org/officeDocument/2006/relationships/image" Target="../media/image46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" Type="http://schemas.openxmlformats.org/officeDocument/2006/relationships/image" Target="../media/image19.png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24" Type="http://schemas.openxmlformats.org/officeDocument/2006/relationships/image" Target="../media/image1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23" Type="http://schemas.openxmlformats.org/officeDocument/2006/relationships/image" Target="../media/image48.pn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Relationship Id="rId22" Type="http://schemas.openxmlformats.org/officeDocument/2006/relationships/image" Target="../media/image4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6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6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4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svg"/><Relationship Id="rId5" Type="http://schemas.openxmlformats.org/officeDocument/2006/relationships/image" Target="../media/image16.png"/><Relationship Id="rId4" Type="http://schemas.openxmlformats.org/officeDocument/2006/relationships/image" Target="../media/image6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6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svg"/><Relationship Id="rId5" Type="http://schemas.openxmlformats.org/officeDocument/2006/relationships/image" Target="../media/image64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4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65.sv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4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svg"/><Relationship Id="rId3" Type="http://schemas.openxmlformats.org/officeDocument/2006/relationships/image" Target="../media/image49.png"/><Relationship Id="rId7" Type="http://schemas.openxmlformats.org/officeDocument/2006/relationships/image" Target="../media/image78.svg"/><Relationship Id="rId12" Type="http://schemas.openxmlformats.org/officeDocument/2006/relationships/image" Target="../media/image83.sv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82.png"/><Relationship Id="rId5" Type="http://schemas.openxmlformats.org/officeDocument/2006/relationships/image" Target="../media/image77.png"/><Relationship Id="rId10" Type="http://schemas.openxmlformats.org/officeDocument/2006/relationships/image" Target="../media/image81.png"/><Relationship Id="rId4" Type="http://schemas.openxmlformats.org/officeDocument/2006/relationships/image" Target="../media/image76.png"/><Relationship Id="rId9" Type="http://schemas.openxmlformats.org/officeDocument/2006/relationships/image" Target="../media/image8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7.svg"/><Relationship Id="rId4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47700" y="6000750"/>
            <a:ext cx="1971675" cy="428625"/>
          </a:xfrm>
          <a:custGeom>
            <a:avLst/>
            <a:gdLst/>
            <a:ahLst/>
            <a:cxnLst/>
            <a:rect l="l" t="t" r="r" b="b"/>
            <a:pathLst>
              <a:path w="1971675" h="428625">
                <a:moveTo>
                  <a:pt x="0" y="0"/>
                </a:moveTo>
                <a:lnTo>
                  <a:pt x="1971675" y="0"/>
                </a:lnTo>
                <a:lnTo>
                  <a:pt x="1971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29850" y="1066800"/>
            <a:ext cx="6324600" cy="7077075"/>
          </a:xfrm>
          <a:custGeom>
            <a:avLst/>
            <a:gdLst/>
            <a:ahLst/>
            <a:cxnLst/>
            <a:rect l="l" t="t" r="r" b="b"/>
            <a:pathLst>
              <a:path w="6324600" h="7077075">
                <a:moveTo>
                  <a:pt x="0" y="0"/>
                </a:moveTo>
                <a:lnTo>
                  <a:pt x="6324600" y="0"/>
                </a:lnTo>
                <a:lnTo>
                  <a:pt x="6324600" y="7077075"/>
                </a:lnTo>
                <a:lnTo>
                  <a:pt x="0" y="7077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3277850" y="4286250"/>
            <a:ext cx="2181225" cy="1285875"/>
          </a:xfrm>
          <a:custGeom>
            <a:avLst/>
            <a:gdLst/>
            <a:ahLst/>
            <a:cxnLst/>
            <a:rect l="l" t="t" r="r" b="b"/>
            <a:pathLst>
              <a:path w="2181225" h="1285875">
                <a:moveTo>
                  <a:pt x="0" y="0"/>
                </a:moveTo>
                <a:lnTo>
                  <a:pt x="2181225" y="0"/>
                </a:lnTo>
                <a:lnTo>
                  <a:pt x="2181225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925550" y="7286625"/>
            <a:ext cx="2190750" cy="2790825"/>
          </a:xfrm>
          <a:custGeom>
            <a:avLst/>
            <a:gdLst/>
            <a:ahLst/>
            <a:cxnLst/>
            <a:rect l="l" t="t" r="r" b="b"/>
            <a:pathLst>
              <a:path w="2190750" h="2790825">
                <a:moveTo>
                  <a:pt x="0" y="0"/>
                </a:moveTo>
                <a:lnTo>
                  <a:pt x="2190750" y="0"/>
                </a:lnTo>
                <a:lnTo>
                  <a:pt x="219075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887700" y="7286625"/>
            <a:ext cx="2400300" cy="3000375"/>
          </a:xfrm>
          <a:custGeom>
            <a:avLst/>
            <a:gdLst/>
            <a:ahLst/>
            <a:cxnLst/>
            <a:rect l="l" t="t" r="r" b="b"/>
            <a:pathLst>
              <a:path w="2400300" h="3000375">
                <a:moveTo>
                  <a:pt x="0" y="0"/>
                </a:moveTo>
                <a:lnTo>
                  <a:pt x="2400300" y="0"/>
                </a:lnTo>
                <a:lnTo>
                  <a:pt x="2400300" y="3000375"/>
                </a:lnTo>
                <a:lnTo>
                  <a:pt x="0" y="30003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6106775" y="6000750"/>
            <a:ext cx="1752600" cy="1076325"/>
          </a:xfrm>
          <a:custGeom>
            <a:avLst/>
            <a:gdLst/>
            <a:ahLst/>
            <a:cxnLst/>
            <a:rect l="l" t="t" r="r" b="b"/>
            <a:pathLst>
              <a:path w="1752600" h="1076325">
                <a:moveTo>
                  <a:pt x="0" y="0"/>
                </a:moveTo>
                <a:lnTo>
                  <a:pt x="1752600" y="0"/>
                </a:lnTo>
                <a:lnTo>
                  <a:pt x="17526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1315700" y="8143875"/>
            <a:ext cx="2400300" cy="1933575"/>
          </a:xfrm>
          <a:custGeom>
            <a:avLst/>
            <a:gdLst/>
            <a:ahLst/>
            <a:cxnLst/>
            <a:rect l="l" t="t" r="r" b="b"/>
            <a:pathLst>
              <a:path w="2400300" h="1933575">
                <a:moveTo>
                  <a:pt x="0" y="0"/>
                </a:moveTo>
                <a:lnTo>
                  <a:pt x="2400300" y="0"/>
                </a:lnTo>
                <a:lnTo>
                  <a:pt x="2400300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60" r="-6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0033720" y="303065"/>
            <a:ext cx="6716860" cy="6716860"/>
          </a:xfrm>
          <a:custGeom>
            <a:avLst/>
            <a:gdLst/>
            <a:ahLst/>
            <a:cxnLst/>
            <a:rect l="l" t="t" r="r" b="b"/>
            <a:pathLst>
              <a:path w="6716860" h="6716860">
                <a:moveTo>
                  <a:pt x="0" y="0"/>
                </a:moveTo>
                <a:lnTo>
                  <a:pt x="6716860" y="0"/>
                </a:lnTo>
                <a:lnTo>
                  <a:pt x="6716860" y="6716860"/>
                </a:lnTo>
                <a:lnTo>
                  <a:pt x="0" y="671686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766572" y="1454910"/>
            <a:ext cx="6868831" cy="612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06"/>
              </a:lnSpc>
            </a:pPr>
            <a:r>
              <a:rPr lang="en-US" sz="4606" b="1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SAMSUNG INTERNSHIP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1520" y="2423850"/>
            <a:ext cx="8046720" cy="3142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96"/>
              </a:lnSpc>
            </a:pPr>
            <a:r>
              <a:rPr lang="en-US" sz="11178" b="1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GIỚI THIỆU</a:t>
            </a:r>
          </a:p>
          <a:p>
            <a:pPr algn="l">
              <a:lnSpc>
                <a:spcPts val="12296"/>
              </a:lnSpc>
            </a:pPr>
            <a:r>
              <a:rPr lang="en-US" sz="11178" b="1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DỰ ÁN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4672" y="5765302"/>
            <a:ext cx="3026066" cy="482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3"/>
              </a:lnSpc>
            </a:pPr>
            <a:r>
              <a:rPr lang="en-US" sz="3633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Mini Project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4672" y="6334125"/>
            <a:ext cx="9808352" cy="1226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72"/>
              </a:lnSpc>
            </a:pPr>
            <a:r>
              <a:rPr lang="en-US" sz="3314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FlashCard – Ứng dụng Android học từ vựng</a:t>
            </a:r>
          </a:p>
          <a:p>
            <a:pPr algn="l">
              <a:lnSpc>
                <a:spcPts val="4972"/>
              </a:lnSpc>
            </a:pPr>
            <a:r>
              <a:rPr lang="en-US" sz="3314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đa ngôn ngữ bằng Kotlin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4919" y="8406304"/>
            <a:ext cx="1125775" cy="434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0"/>
              </a:lnSpc>
            </a:pPr>
            <a:r>
              <a:rPr lang="en-US" sz="323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Team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6344" y="8853488"/>
            <a:ext cx="2591901" cy="564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6"/>
              </a:lnSpc>
            </a:pPr>
            <a:r>
              <a:rPr lang="en-US" sz="4206" b="1">
                <a:solidFill>
                  <a:srgbClr val="FFD513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PEACE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r="-6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972925" y="2143125"/>
            <a:ext cx="3486150" cy="3429000"/>
          </a:xfrm>
          <a:custGeom>
            <a:avLst/>
            <a:gdLst/>
            <a:ahLst/>
            <a:cxnLst/>
            <a:rect l="l" t="t" r="r" b="b"/>
            <a:pathLst>
              <a:path w="3486150" h="3429000">
                <a:moveTo>
                  <a:pt x="0" y="0"/>
                </a:moveTo>
                <a:lnTo>
                  <a:pt x="3486150" y="0"/>
                </a:lnTo>
                <a:lnTo>
                  <a:pt x="348615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722018" y="1098784"/>
            <a:ext cx="6199632" cy="2131504"/>
            <a:chOff x="0" y="0"/>
            <a:chExt cx="8266176" cy="2842006"/>
          </a:xfrm>
        </p:grpSpPr>
        <p:sp>
          <p:nvSpPr>
            <p:cNvPr id="5" name="TextBox 5"/>
            <p:cNvSpPr txBox="1"/>
            <p:nvPr/>
          </p:nvSpPr>
          <p:spPr>
            <a:xfrm>
              <a:off x="0" y="0"/>
              <a:ext cx="7315200" cy="1409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399"/>
                </a:lnSpc>
              </a:pPr>
              <a:r>
                <a:rPr lang="en-US" sz="6999" b="1">
                  <a:solidFill>
                    <a:srgbClr val="00005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GIỚI THIỆU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432306"/>
              <a:ext cx="8266176" cy="1409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8399"/>
                </a:lnSpc>
              </a:pPr>
              <a:r>
                <a:rPr lang="en-US" sz="6999" b="1">
                  <a:solidFill>
                    <a:srgbClr val="00005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TEAM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845329" y="3038475"/>
            <a:ext cx="2838450" cy="438150"/>
          </a:xfrm>
          <a:custGeom>
            <a:avLst/>
            <a:gdLst/>
            <a:ahLst/>
            <a:cxnLst/>
            <a:rect l="l" t="t" r="r" b="b"/>
            <a:pathLst>
              <a:path w="2838450" h="438150">
                <a:moveTo>
                  <a:pt x="0" y="0"/>
                </a:moveTo>
                <a:lnTo>
                  <a:pt x="2838450" y="0"/>
                </a:lnTo>
                <a:lnTo>
                  <a:pt x="283845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3735861" y="5696169"/>
            <a:ext cx="4143529" cy="4293813"/>
          </a:xfrm>
          <a:custGeom>
            <a:avLst/>
            <a:gdLst/>
            <a:ahLst/>
            <a:cxnLst/>
            <a:rect l="l" t="t" r="r" b="b"/>
            <a:pathLst>
              <a:path w="4143529" h="4293813">
                <a:moveTo>
                  <a:pt x="0" y="0"/>
                </a:moveTo>
                <a:lnTo>
                  <a:pt x="4143529" y="0"/>
                </a:lnTo>
                <a:lnTo>
                  <a:pt x="4143529" y="4293813"/>
                </a:lnTo>
                <a:lnTo>
                  <a:pt x="0" y="42938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626768" y="4308475"/>
            <a:ext cx="14347317" cy="3667887"/>
            <a:chOff x="0" y="0"/>
            <a:chExt cx="19129756" cy="4890516"/>
          </a:xfrm>
        </p:grpSpPr>
        <p:sp>
          <p:nvSpPr>
            <p:cNvPr id="10" name="TextBox 10"/>
            <p:cNvSpPr txBox="1"/>
            <p:nvPr/>
          </p:nvSpPr>
          <p:spPr>
            <a:xfrm>
              <a:off x="654741" y="3513836"/>
              <a:ext cx="4266634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Định hướng kỹ thuật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54741" y="4021836"/>
              <a:ext cx="3198735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Frond-end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1461516"/>
              <a:ext cx="333202" cy="3429000"/>
            </a:xfrm>
            <a:custGeom>
              <a:avLst/>
              <a:gdLst/>
              <a:ahLst/>
              <a:cxnLst/>
              <a:rect l="l" t="t" r="r" b="b"/>
              <a:pathLst>
                <a:path w="333202" h="3429000">
                  <a:moveTo>
                    <a:pt x="0" y="0"/>
                  </a:moveTo>
                  <a:lnTo>
                    <a:pt x="333202" y="0"/>
                  </a:lnTo>
                  <a:lnTo>
                    <a:pt x="333202" y="3429000"/>
                  </a:lnTo>
                  <a:lnTo>
                    <a:pt x="0" y="342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4659" b="-465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6344712" y="1461516"/>
              <a:ext cx="333202" cy="3429000"/>
            </a:xfrm>
            <a:custGeom>
              <a:avLst/>
              <a:gdLst/>
              <a:ahLst/>
              <a:cxnLst/>
              <a:rect l="l" t="t" r="r" b="b"/>
              <a:pathLst>
                <a:path w="333202" h="3429000">
                  <a:moveTo>
                    <a:pt x="0" y="0"/>
                  </a:moveTo>
                  <a:lnTo>
                    <a:pt x="333202" y="0"/>
                  </a:lnTo>
                  <a:lnTo>
                    <a:pt x="333202" y="3429000"/>
                  </a:lnTo>
                  <a:lnTo>
                    <a:pt x="0" y="342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4659" b="-465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13008742" y="1461516"/>
              <a:ext cx="333202" cy="3429000"/>
            </a:xfrm>
            <a:custGeom>
              <a:avLst/>
              <a:gdLst/>
              <a:ahLst/>
              <a:cxnLst/>
              <a:rect l="l" t="t" r="r" b="b"/>
              <a:pathLst>
                <a:path w="333202" h="3429000">
                  <a:moveTo>
                    <a:pt x="0" y="0"/>
                  </a:moveTo>
                  <a:lnTo>
                    <a:pt x="333202" y="0"/>
                  </a:lnTo>
                  <a:lnTo>
                    <a:pt x="333202" y="3429000"/>
                  </a:lnTo>
                  <a:lnTo>
                    <a:pt x="0" y="342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4659" b="-4659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4836" y="88900"/>
              <a:ext cx="1359462" cy="1270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553"/>
                </a:lnSpc>
              </a:pPr>
              <a:r>
                <a:rPr lang="en-US" sz="6294" b="1">
                  <a:solidFill>
                    <a:srgbClr val="5170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1" y="1611376"/>
              <a:ext cx="4853058" cy="584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69"/>
                </a:lnSpc>
              </a:pPr>
              <a:r>
                <a:rPr lang="en-US" sz="2891" b="1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Nguyễn Trọng Khôi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1" y="2409825"/>
              <a:ext cx="2585644" cy="473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Project Lead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92273" y="0"/>
              <a:ext cx="1572711" cy="1447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617"/>
                </a:lnSpc>
              </a:pPr>
              <a:r>
                <a:rPr lang="en-US" sz="7180" b="1">
                  <a:solidFill>
                    <a:srgbClr val="5170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25554" y="1624076"/>
              <a:ext cx="4453503" cy="558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42"/>
                </a:lnSpc>
              </a:pPr>
              <a:r>
                <a:rPr lang="en-US" sz="2785" b="1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Nguyễn Đình Tuấn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74841" y="2416175"/>
              <a:ext cx="3785169" cy="473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Android developer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396367" y="0"/>
              <a:ext cx="1572711" cy="1447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617"/>
                </a:lnSpc>
              </a:pPr>
              <a:r>
                <a:rPr lang="en-US" sz="7180" b="1">
                  <a:solidFill>
                    <a:srgbClr val="5170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449679" y="1611376"/>
              <a:ext cx="5680077" cy="584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12"/>
                </a:lnSpc>
              </a:pPr>
              <a:r>
                <a:rPr lang="en-US" sz="2926" b="1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Nguyễn Đăng Nam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3449679" y="2409825"/>
              <a:ext cx="3352023" cy="4730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000000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DATA developer 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449679" y="3022600"/>
              <a:ext cx="4531541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Xử lý dữ liệu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4741" y="3005836"/>
              <a:ext cx="4106125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Quản lý tiến độ dự án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96758" y="3005836"/>
              <a:ext cx="5274551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Phát triển tính năng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996758" y="3513836"/>
              <a:ext cx="6178585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Xây dựng UI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96758" y="3983736"/>
              <a:ext cx="3411983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Back-end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396367" y="3513836"/>
              <a:ext cx="2585644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Tester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3449679" y="4021836"/>
              <a:ext cx="4932815" cy="393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199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Đảm bảo tính nhất quán UI</a:t>
              </a:r>
            </a:p>
          </p:txBody>
        </p:sp>
      </p:grpSp>
      <p:sp>
        <p:nvSpPr>
          <p:cNvPr id="31" name="Freeform 31"/>
          <p:cNvSpPr/>
          <p:nvPr/>
        </p:nvSpPr>
        <p:spPr>
          <a:xfrm>
            <a:off x="14738674" y="0"/>
            <a:ext cx="3549326" cy="3038475"/>
          </a:xfrm>
          <a:custGeom>
            <a:avLst/>
            <a:gdLst/>
            <a:ahLst/>
            <a:cxnLst/>
            <a:rect l="l" t="t" r="r" b="b"/>
            <a:pathLst>
              <a:path w="3549326" h="3038475">
                <a:moveTo>
                  <a:pt x="0" y="0"/>
                </a:moveTo>
                <a:lnTo>
                  <a:pt x="3549326" y="0"/>
                </a:lnTo>
                <a:lnTo>
                  <a:pt x="3549326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1681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845329" y="3409950"/>
            <a:ext cx="8767631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Nhóm thực hiện dự án FlashCard – ứng dụng Android</a:t>
            </a:r>
          </a:p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học từ vựng đa ngôn ngữ bằng Kotlin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" r="-6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161549" y="2362200"/>
            <a:ext cx="3904142" cy="301326"/>
          </a:xfrm>
          <a:custGeom>
            <a:avLst/>
            <a:gdLst/>
            <a:ahLst/>
            <a:cxnLst/>
            <a:rect l="l" t="t" r="r" b="b"/>
            <a:pathLst>
              <a:path w="3904142" h="301326">
                <a:moveTo>
                  <a:pt x="0" y="0"/>
                </a:moveTo>
                <a:lnTo>
                  <a:pt x="3904142" y="0"/>
                </a:lnTo>
                <a:lnTo>
                  <a:pt x="3904142" y="301326"/>
                </a:lnTo>
                <a:lnTo>
                  <a:pt x="0" y="301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660687">
            <a:off x="12023154" y="121137"/>
            <a:ext cx="4592879" cy="7338603"/>
          </a:xfrm>
          <a:custGeom>
            <a:avLst/>
            <a:gdLst/>
            <a:ahLst/>
            <a:cxnLst/>
            <a:rect l="l" t="t" r="r" b="b"/>
            <a:pathLst>
              <a:path w="4592879" h="7338603">
                <a:moveTo>
                  <a:pt x="0" y="640082"/>
                </a:moveTo>
                <a:lnTo>
                  <a:pt x="3289429" y="0"/>
                </a:lnTo>
                <a:lnTo>
                  <a:pt x="4592879" y="6698520"/>
                </a:lnTo>
                <a:lnTo>
                  <a:pt x="1303450" y="7338602"/>
                </a:lnTo>
                <a:lnTo>
                  <a:pt x="0" y="640082"/>
                </a:lnTo>
                <a:close/>
              </a:path>
            </a:pathLst>
          </a:custGeom>
          <a:blipFill>
            <a:blip r:embed="rId4"/>
            <a:stretch>
              <a:fillRect t="-15933" b="-1593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773863" y="1293663"/>
            <a:ext cx="14095286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1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TỔNG QUAN DỰ ÁN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3863" y="2922270"/>
            <a:ext cx="11323320" cy="4684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1.Mục đích:</a:t>
            </a:r>
            <a:r>
              <a:rPr lang="en-US" sz="27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Nền tảng học 10 ngôn ngữ với trải nghiệm hiện đại.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2.Công nghệ lõi:</a:t>
            </a:r>
            <a:r>
              <a:rPr lang="en-US" sz="27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Kotlin, Jetpack Compose, Room SQLite, StateFlow.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3.Tính năng nổi bật:</a:t>
            </a:r>
            <a:r>
              <a:rPr lang="en-US" sz="27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Spaced Repetition (SRS), Gamification (VIP, Streak, Pháo hoa), Widget theo dõi, Thông báo thông minh.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799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4.Kiến trúc:</a:t>
            </a:r>
            <a:r>
              <a:rPr lang="en-US" sz="27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MVVM + Repository (UI -&gt; ViewModel -&gt; Repository -&gt; DAO -&gt; Database).</a:t>
            </a:r>
          </a:p>
        </p:txBody>
      </p:sp>
      <p:sp>
        <p:nvSpPr>
          <p:cNvPr id="7" name="Freeform 7"/>
          <p:cNvSpPr/>
          <p:nvPr/>
        </p:nvSpPr>
        <p:spPr>
          <a:xfrm>
            <a:off x="15995157" y="0"/>
            <a:ext cx="2292843" cy="1962836"/>
          </a:xfrm>
          <a:custGeom>
            <a:avLst/>
            <a:gdLst/>
            <a:ahLst/>
            <a:cxnLst/>
            <a:rect l="l" t="t" r="r" b="b"/>
            <a:pathLst>
              <a:path w="2292843" h="1962836">
                <a:moveTo>
                  <a:pt x="0" y="0"/>
                </a:moveTo>
                <a:lnTo>
                  <a:pt x="2292843" y="0"/>
                </a:lnTo>
                <a:lnTo>
                  <a:pt x="2292843" y="1962836"/>
                </a:lnTo>
                <a:lnTo>
                  <a:pt x="0" y="19628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6812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696" b="-769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859536" y="1504950"/>
            <a:ext cx="9912096" cy="2057400"/>
            <a:chOff x="0" y="0"/>
            <a:chExt cx="13216128" cy="2743200"/>
          </a:xfrm>
        </p:grpSpPr>
        <p:sp>
          <p:nvSpPr>
            <p:cNvPr id="4" name="TextBox 4"/>
            <p:cNvSpPr txBox="1"/>
            <p:nvPr/>
          </p:nvSpPr>
          <p:spPr>
            <a:xfrm>
              <a:off x="9652" y="0"/>
              <a:ext cx="5364480" cy="800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793"/>
                </a:lnSpc>
              </a:pPr>
              <a:r>
                <a:rPr lang="en-US" sz="3994" b="1">
                  <a:solidFill>
                    <a:srgbClr val="00005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MỤC ĐÍCH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876300"/>
              <a:ext cx="13216128" cy="1587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393"/>
                </a:lnSpc>
              </a:pPr>
              <a:r>
                <a:rPr lang="en-US" sz="7827" b="1">
                  <a:solidFill>
                    <a:srgbClr val="00005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CỦA DỰ ÁN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9652" y="2451100"/>
              <a:ext cx="3784600" cy="292100"/>
            </a:xfrm>
            <a:custGeom>
              <a:avLst/>
              <a:gdLst/>
              <a:ahLst/>
              <a:cxnLst/>
              <a:rect l="l" t="t" r="r" b="b"/>
              <a:pathLst>
                <a:path w="3784600" h="292100">
                  <a:moveTo>
                    <a:pt x="0" y="0"/>
                  </a:moveTo>
                  <a:lnTo>
                    <a:pt x="3784600" y="0"/>
                  </a:lnTo>
                  <a:lnTo>
                    <a:pt x="3784600" y="292100"/>
                  </a:lnTo>
                  <a:lnTo>
                    <a:pt x="0" y="292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7"/>
          <p:cNvSpPr/>
          <p:nvPr/>
        </p:nvSpPr>
        <p:spPr>
          <a:xfrm>
            <a:off x="647700" y="4495800"/>
            <a:ext cx="5019675" cy="4505325"/>
          </a:xfrm>
          <a:custGeom>
            <a:avLst/>
            <a:gdLst/>
            <a:ahLst/>
            <a:cxnLst/>
            <a:rect l="l" t="t" r="r" b="b"/>
            <a:pathLst>
              <a:path w="5019675" h="4505325">
                <a:moveTo>
                  <a:pt x="0" y="0"/>
                </a:moveTo>
                <a:lnTo>
                  <a:pt x="5019675" y="0"/>
                </a:lnTo>
                <a:lnTo>
                  <a:pt x="5019675" y="4505325"/>
                </a:ln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85850" y="6429375"/>
            <a:ext cx="4362450" cy="219075"/>
          </a:xfrm>
          <a:custGeom>
            <a:avLst/>
            <a:gdLst/>
            <a:ahLst/>
            <a:cxnLst/>
            <a:rect l="l" t="t" r="r" b="b"/>
            <a:pathLst>
              <a:path w="4362450" h="219075">
                <a:moveTo>
                  <a:pt x="0" y="0"/>
                </a:moveTo>
                <a:lnTo>
                  <a:pt x="4362450" y="0"/>
                </a:lnTo>
                <a:lnTo>
                  <a:pt x="4362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5657850" y="6210300"/>
            <a:ext cx="657225" cy="438150"/>
          </a:xfrm>
          <a:custGeom>
            <a:avLst/>
            <a:gdLst/>
            <a:ahLst/>
            <a:cxnLst/>
            <a:rect l="l" t="t" r="r" b="b"/>
            <a:pathLst>
              <a:path w="657225" h="438150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6305550" y="4495800"/>
            <a:ext cx="5238750" cy="4505325"/>
          </a:xfrm>
          <a:custGeom>
            <a:avLst/>
            <a:gdLst/>
            <a:ahLst/>
            <a:cxnLst/>
            <a:rect l="l" t="t" r="r" b="b"/>
            <a:pathLst>
              <a:path w="5238750" h="4505325">
                <a:moveTo>
                  <a:pt x="0" y="0"/>
                </a:moveTo>
                <a:lnTo>
                  <a:pt x="5238750" y="0"/>
                </a:lnTo>
                <a:lnTo>
                  <a:pt x="5238750" y="4505325"/>
                </a:ln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6743700" y="6429375"/>
            <a:ext cx="4581525" cy="219075"/>
          </a:xfrm>
          <a:custGeom>
            <a:avLst/>
            <a:gdLst/>
            <a:ahLst/>
            <a:cxnLst/>
            <a:rect l="l" t="t" r="r" b="b"/>
            <a:pathLst>
              <a:path w="4581525" h="219075">
                <a:moveTo>
                  <a:pt x="0" y="0"/>
                </a:moveTo>
                <a:lnTo>
                  <a:pt x="4581525" y="0"/>
                </a:lnTo>
                <a:lnTo>
                  <a:pt x="4581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1534775" y="6210300"/>
            <a:ext cx="657225" cy="438150"/>
          </a:xfrm>
          <a:custGeom>
            <a:avLst/>
            <a:gdLst/>
            <a:ahLst/>
            <a:cxnLst/>
            <a:rect l="l" t="t" r="r" b="b"/>
            <a:pathLst>
              <a:path w="657225" h="438150">
                <a:moveTo>
                  <a:pt x="0" y="0"/>
                </a:moveTo>
                <a:lnTo>
                  <a:pt x="657225" y="0"/>
                </a:lnTo>
                <a:lnTo>
                  <a:pt x="65722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2192000" y="4495800"/>
            <a:ext cx="5229225" cy="4505325"/>
          </a:xfrm>
          <a:custGeom>
            <a:avLst/>
            <a:gdLst/>
            <a:ahLst/>
            <a:cxnLst/>
            <a:rect l="l" t="t" r="r" b="b"/>
            <a:pathLst>
              <a:path w="5229225" h="4505325">
                <a:moveTo>
                  <a:pt x="0" y="0"/>
                </a:moveTo>
                <a:lnTo>
                  <a:pt x="5229225" y="0"/>
                </a:lnTo>
                <a:lnTo>
                  <a:pt x="5229225" y="4505325"/>
                </a:ln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2620625" y="6429375"/>
            <a:ext cx="4143375" cy="219075"/>
          </a:xfrm>
          <a:custGeom>
            <a:avLst/>
            <a:gdLst/>
            <a:ahLst/>
            <a:cxnLst/>
            <a:rect l="l" t="t" r="r" b="b"/>
            <a:pathLst>
              <a:path w="4143375" h="219075">
                <a:moveTo>
                  <a:pt x="0" y="0"/>
                </a:moveTo>
                <a:lnTo>
                  <a:pt x="4143375" y="0"/>
                </a:lnTo>
                <a:lnTo>
                  <a:pt x="4143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0927577" y="1050969"/>
            <a:ext cx="2861575" cy="2965363"/>
          </a:xfrm>
          <a:custGeom>
            <a:avLst/>
            <a:gdLst/>
            <a:ahLst/>
            <a:cxnLst/>
            <a:rect l="l" t="t" r="r" b="b"/>
            <a:pathLst>
              <a:path w="2861575" h="2965363">
                <a:moveTo>
                  <a:pt x="0" y="0"/>
                </a:moveTo>
                <a:lnTo>
                  <a:pt x="2861575" y="0"/>
                </a:lnTo>
                <a:lnTo>
                  <a:pt x="2861575" y="2965362"/>
                </a:lnTo>
                <a:lnTo>
                  <a:pt x="0" y="296536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115568" y="4754308"/>
            <a:ext cx="950976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3"/>
              </a:lnSpc>
            </a:pPr>
            <a:r>
              <a:rPr lang="en-US" sz="6236" b="1">
                <a:solidFill>
                  <a:srgbClr val="5170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15568" y="5903332"/>
            <a:ext cx="1335024" cy="355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4"/>
              </a:lnSpc>
            </a:pPr>
            <a:r>
              <a:rPr lang="en-US" sz="2124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Problem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15568" y="6886204"/>
            <a:ext cx="3767328" cy="1658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9"/>
              </a:lnSpc>
            </a:pPr>
            <a:r>
              <a:rPr lang="en-US" sz="2972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Việc học từ vựng</a:t>
            </a:r>
          </a:p>
          <a:p>
            <a:pPr algn="l">
              <a:lnSpc>
                <a:spcPts val="4459"/>
              </a:lnSpc>
            </a:pPr>
            <a:r>
              <a:rPr lang="en-US" sz="2972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đa ngôn ngữ thiếu</a:t>
            </a:r>
          </a:p>
          <a:p>
            <a:pPr algn="l">
              <a:lnSpc>
                <a:spcPts val="4459"/>
              </a:lnSpc>
            </a:pPr>
            <a:r>
              <a:rPr lang="en-US" sz="2972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hiệu quả và hệ thống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76288" y="4740021"/>
            <a:ext cx="1078992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6"/>
              </a:lnSpc>
            </a:pPr>
            <a:r>
              <a:rPr lang="en-US" sz="6413" b="1">
                <a:solidFill>
                  <a:srgbClr val="5170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76288" y="6823581"/>
            <a:ext cx="4096512" cy="1801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4"/>
              </a:lnSpc>
            </a:pPr>
            <a:r>
              <a:rPr lang="en-US" sz="3223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Ứng dụng FlashCard</a:t>
            </a:r>
          </a:p>
          <a:p>
            <a:pPr algn="l">
              <a:lnSpc>
                <a:spcPts val="4834"/>
              </a:lnSpc>
            </a:pPr>
            <a:r>
              <a:rPr lang="en-US" sz="3223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Android với Kotlin</a:t>
            </a:r>
          </a:p>
          <a:p>
            <a:pPr algn="l">
              <a:lnSpc>
                <a:spcPts val="4834"/>
              </a:lnSpc>
            </a:pPr>
            <a:r>
              <a:rPr lang="en-US" sz="3223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và JetpackCompose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710160" y="4740021"/>
            <a:ext cx="1078992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6"/>
              </a:lnSpc>
            </a:pPr>
            <a:r>
              <a:rPr lang="en-US" sz="6413" b="1">
                <a:solidFill>
                  <a:srgbClr val="5170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710160" y="5899020"/>
            <a:ext cx="786384" cy="364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15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Goal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710160" y="6896405"/>
            <a:ext cx="4462272" cy="1622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9"/>
              </a:lnSpc>
            </a:pPr>
            <a:r>
              <a:rPr lang="en-US" sz="2912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Xây dựng ứng dụng</a:t>
            </a:r>
          </a:p>
          <a:p>
            <a:pPr algn="l">
              <a:lnSpc>
                <a:spcPts val="4369"/>
              </a:lnSpc>
            </a:pPr>
            <a:r>
              <a:rPr lang="en-US" sz="2912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học từ vựng đa ngôn ngữ</a:t>
            </a:r>
          </a:p>
          <a:p>
            <a:pPr algn="l">
              <a:lnSpc>
                <a:spcPts val="4369"/>
              </a:lnSpc>
            </a:pPr>
            <a:r>
              <a:rPr lang="en-US" sz="2912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hiệu quả và dễ sử dụng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876288" y="5899020"/>
            <a:ext cx="1444752" cy="364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3"/>
              </a:lnSpc>
            </a:pPr>
            <a:r>
              <a:rPr lang="en-US" sz="215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Solution</a:t>
            </a:r>
          </a:p>
        </p:txBody>
      </p:sp>
      <p:sp>
        <p:nvSpPr>
          <p:cNvPr id="25" name="Freeform 25"/>
          <p:cNvSpPr/>
          <p:nvPr/>
        </p:nvSpPr>
        <p:spPr>
          <a:xfrm>
            <a:off x="14738674" y="596037"/>
            <a:ext cx="3549326" cy="3038475"/>
          </a:xfrm>
          <a:custGeom>
            <a:avLst/>
            <a:gdLst/>
            <a:ahLst/>
            <a:cxnLst/>
            <a:rect l="l" t="t" r="r" b="b"/>
            <a:pathLst>
              <a:path w="3549326" h="3038475">
                <a:moveTo>
                  <a:pt x="0" y="0"/>
                </a:moveTo>
                <a:lnTo>
                  <a:pt x="3549326" y="0"/>
                </a:lnTo>
                <a:lnTo>
                  <a:pt x="3549326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16812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696" b="-76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47700" y="1413075"/>
            <a:ext cx="9954768" cy="930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1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CÔNG NGHỆ SỬ DỤNG</a:t>
            </a:r>
          </a:p>
        </p:txBody>
      </p:sp>
      <p:sp>
        <p:nvSpPr>
          <p:cNvPr id="4" name="Freeform 4"/>
          <p:cNvSpPr/>
          <p:nvPr/>
        </p:nvSpPr>
        <p:spPr>
          <a:xfrm>
            <a:off x="4499252" y="2343350"/>
            <a:ext cx="2838450" cy="219075"/>
          </a:xfrm>
          <a:custGeom>
            <a:avLst/>
            <a:gdLst/>
            <a:ahLst/>
            <a:cxnLst/>
            <a:rect l="l" t="t" r="r" b="b"/>
            <a:pathLst>
              <a:path w="2838450" h="219075">
                <a:moveTo>
                  <a:pt x="0" y="0"/>
                </a:moveTo>
                <a:lnTo>
                  <a:pt x="2838450" y="0"/>
                </a:lnTo>
                <a:lnTo>
                  <a:pt x="2838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668695" y="3512565"/>
            <a:ext cx="14950611" cy="5945645"/>
            <a:chOff x="0" y="0"/>
            <a:chExt cx="19934147" cy="7927526"/>
          </a:xfrm>
        </p:grpSpPr>
        <p:sp>
          <p:nvSpPr>
            <p:cNvPr id="6" name="Freeform 6"/>
            <p:cNvSpPr/>
            <p:nvPr/>
          </p:nvSpPr>
          <p:spPr>
            <a:xfrm>
              <a:off x="0" y="267084"/>
              <a:ext cx="6106502" cy="2464453"/>
            </a:xfrm>
            <a:custGeom>
              <a:avLst/>
              <a:gdLst/>
              <a:ahLst/>
              <a:cxnLst/>
              <a:rect l="l" t="t" r="r" b="b"/>
              <a:pathLst>
                <a:path w="6106502" h="2464453">
                  <a:moveTo>
                    <a:pt x="0" y="0"/>
                  </a:moveTo>
                  <a:lnTo>
                    <a:pt x="6106502" y="0"/>
                  </a:lnTo>
                  <a:lnTo>
                    <a:pt x="6106502" y="2464453"/>
                  </a:lnTo>
                  <a:lnTo>
                    <a:pt x="0" y="24644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64690" y="870150"/>
              <a:ext cx="792510" cy="86696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52"/>
                </a:lnSpc>
              </a:pPr>
              <a:r>
                <a:rPr lang="en-US" sz="3894" b="1">
                  <a:solidFill>
                    <a:srgbClr val="5170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01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1383979" y="546307"/>
              <a:ext cx="291364" cy="1918146"/>
            </a:xfrm>
            <a:custGeom>
              <a:avLst/>
              <a:gdLst/>
              <a:ahLst/>
              <a:cxnLst/>
              <a:rect l="l" t="t" r="r" b="b"/>
              <a:pathLst>
                <a:path w="291364" h="1918146">
                  <a:moveTo>
                    <a:pt x="0" y="0"/>
                  </a:moveTo>
                  <a:lnTo>
                    <a:pt x="291363" y="0"/>
                  </a:lnTo>
                  <a:lnTo>
                    <a:pt x="291363" y="1918146"/>
                  </a:lnTo>
                  <a:lnTo>
                    <a:pt x="0" y="19181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79783" y="1267469"/>
              <a:ext cx="2447457" cy="12582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98"/>
                </a:lnSpc>
              </a:pPr>
              <a:r>
                <a:rPr lang="en-US" sz="1624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Android</a:t>
              </a:r>
            </a:p>
            <a:p>
              <a:pPr algn="l">
                <a:lnSpc>
                  <a:spcPts val="2598"/>
                </a:lnSpc>
              </a:pPr>
              <a:r>
                <a:rPr lang="en-US" sz="1624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Kotlin</a:t>
              </a:r>
            </a:p>
            <a:p>
              <a:pPr algn="l">
                <a:lnSpc>
                  <a:spcPts val="2598"/>
                </a:lnSpc>
              </a:pPr>
              <a:r>
                <a:rPr lang="en-US" sz="1624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JetpackCompose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2998620"/>
              <a:ext cx="6106502" cy="2743677"/>
            </a:xfrm>
            <a:custGeom>
              <a:avLst/>
              <a:gdLst/>
              <a:ahLst/>
              <a:cxnLst/>
              <a:rect l="l" t="t" r="r" b="b"/>
              <a:pathLst>
                <a:path w="6106502" h="2743677">
                  <a:moveTo>
                    <a:pt x="0" y="0"/>
                  </a:moveTo>
                  <a:lnTo>
                    <a:pt x="6106502" y="0"/>
                  </a:lnTo>
                  <a:lnTo>
                    <a:pt x="6106502" y="2743677"/>
                  </a:lnTo>
                  <a:lnTo>
                    <a:pt x="0" y="2743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4690" y="3430135"/>
              <a:ext cx="909055" cy="8866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41"/>
                </a:lnSpc>
              </a:pPr>
              <a:r>
                <a:rPr lang="en-US" sz="4029" b="1">
                  <a:solidFill>
                    <a:srgbClr val="5170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02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1383979" y="3544928"/>
              <a:ext cx="291364" cy="1918146"/>
            </a:xfrm>
            <a:custGeom>
              <a:avLst/>
              <a:gdLst/>
              <a:ahLst/>
              <a:cxnLst/>
              <a:rect l="l" t="t" r="r" b="b"/>
              <a:pathLst>
                <a:path w="291364" h="1918146">
                  <a:moveTo>
                    <a:pt x="0" y="0"/>
                  </a:moveTo>
                  <a:lnTo>
                    <a:pt x="291363" y="0"/>
                  </a:lnTo>
                  <a:lnTo>
                    <a:pt x="291363" y="1918145"/>
                  </a:lnTo>
                  <a:lnTo>
                    <a:pt x="0" y="19181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79783" y="4099526"/>
              <a:ext cx="1864729" cy="12582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98"/>
                </a:lnSpc>
              </a:pPr>
              <a:r>
                <a:rPr lang="en-US" sz="1624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View &amp; Layout</a:t>
              </a:r>
            </a:p>
            <a:p>
              <a:pPr algn="l">
                <a:lnSpc>
                  <a:spcPts val="2598"/>
                </a:lnSpc>
              </a:pPr>
              <a:r>
                <a:rPr lang="en-US" sz="1624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RecyclerView</a:t>
              </a:r>
            </a:p>
            <a:p>
              <a:pPr algn="l">
                <a:lnSpc>
                  <a:spcPts val="2598"/>
                </a:lnSpc>
              </a:pPr>
              <a:r>
                <a:rPr lang="en-US" sz="1624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Adapter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6373586" y="5463073"/>
              <a:ext cx="6677090" cy="2464453"/>
            </a:xfrm>
            <a:custGeom>
              <a:avLst/>
              <a:gdLst/>
              <a:ahLst/>
              <a:cxnLst/>
              <a:rect l="l" t="t" r="r" b="b"/>
              <a:pathLst>
                <a:path w="6677090" h="2464453">
                  <a:moveTo>
                    <a:pt x="0" y="0"/>
                  </a:moveTo>
                  <a:lnTo>
                    <a:pt x="6677089" y="0"/>
                  </a:lnTo>
                  <a:lnTo>
                    <a:pt x="6677089" y="2464453"/>
                  </a:lnTo>
                  <a:lnTo>
                    <a:pt x="0" y="24644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798006" y="5803294"/>
              <a:ext cx="909055" cy="8866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41"/>
                </a:lnSpc>
              </a:pPr>
              <a:r>
                <a:rPr lang="en-US" sz="4029" b="1">
                  <a:solidFill>
                    <a:srgbClr val="5170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03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7769704" y="5730157"/>
              <a:ext cx="279224" cy="1918146"/>
            </a:xfrm>
            <a:custGeom>
              <a:avLst/>
              <a:gdLst/>
              <a:ahLst/>
              <a:cxnLst/>
              <a:rect l="l" t="t" r="r" b="b"/>
              <a:pathLst>
                <a:path w="279224" h="1918146">
                  <a:moveTo>
                    <a:pt x="0" y="0"/>
                  </a:moveTo>
                  <a:lnTo>
                    <a:pt x="279224" y="0"/>
                  </a:lnTo>
                  <a:lnTo>
                    <a:pt x="279224" y="1918146"/>
                  </a:lnTo>
                  <a:lnTo>
                    <a:pt x="0" y="19181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89789" y="6446462"/>
              <a:ext cx="1305310" cy="12582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98"/>
                </a:lnSpc>
              </a:pPr>
              <a:r>
                <a:rPr lang="en-US" sz="1624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Activity</a:t>
              </a:r>
            </a:p>
            <a:p>
              <a:pPr algn="l">
                <a:lnSpc>
                  <a:spcPts val="2598"/>
                </a:lnSpc>
              </a:pPr>
              <a:r>
                <a:rPr lang="en-US" sz="1624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Fragment</a:t>
              </a:r>
            </a:p>
            <a:p>
              <a:pPr algn="l">
                <a:lnSpc>
                  <a:spcPts val="2598"/>
                </a:lnSpc>
              </a:pPr>
              <a:r>
                <a:rPr lang="en-US" sz="1624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Intent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7490481" y="0"/>
              <a:ext cx="4443300" cy="4370459"/>
            </a:xfrm>
            <a:custGeom>
              <a:avLst/>
              <a:gdLst/>
              <a:ahLst/>
              <a:cxnLst/>
              <a:rect l="l" t="t" r="r" b="b"/>
              <a:pathLst>
                <a:path w="4443300" h="4370459">
                  <a:moveTo>
                    <a:pt x="0" y="0"/>
                  </a:moveTo>
                  <a:lnTo>
                    <a:pt x="4443299" y="0"/>
                  </a:lnTo>
                  <a:lnTo>
                    <a:pt x="4443299" y="4370459"/>
                  </a:lnTo>
                  <a:lnTo>
                    <a:pt x="0" y="43704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64456" y="1831005"/>
              <a:ext cx="3170525" cy="8705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85"/>
                </a:lnSpc>
              </a:pPr>
              <a:r>
                <a:rPr lang="en-US" sz="3918">
                  <a:solidFill>
                    <a:srgbClr val="FFFFFF"/>
                  </a:solidFill>
                  <a:latin typeface="Noto Sans"/>
                  <a:ea typeface="Noto Sans"/>
                  <a:cs typeface="Noto Sans"/>
                  <a:sym typeface="Noto Sans"/>
                </a:rPr>
                <a:t>FlashCard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64389" y="1979854"/>
              <a:ext cx="2936948" cy="3734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65"/>
                </a:lnSpc>
              </a:pPr>
              <a:endParaRPr/>
            </a:p>
          </p:txBody>
        </p:sp>
        <p:sp>
          <p:nvSpPr>
            <p:cNvPr id="21" name="Freeform 21"/>
            <p:cNvSpPr/>
            <p:nvPr/>
          </p:nvSpPr>
          <p:spPr>
            <a:xfrm>
              <a:off x="5827278" y="1092615"/>
              <a:ext cx="558447" cy="546307"/>
            </a:xfrm>
            <a:custGeom>
              <a:avLst/>
              <a:gdLst/>
              <a:ahLst/>
              <a:cxnLst/>
              <a:rect l="l" t="t" r="r" b="b"/>
              <a:pathLst>
                <a:path w="558447" h="546307">
                  <a:moveTo>
                    <a:pt x="0" y="0"/>
                  </a:moveTo>
                  <a:lnTo>
                    <a:pt x="558448" y="0"/>
                  </a:lnTo>
                  <a:lnTo>
                    <a:pt x="558448" y="546307"/>
                  </a:lnTo>
                  <a:lnTo>
                    <a:pt x="0" y="5463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6106502" y="1359698"/>
              <a:ext cx="1675342" cy="558447"/>
            </a:xfrm>
            <a:custGeom>
              <a:avLst/>
              <a:gdLst/>
              <a:ahLst/>
              <a:cxnLst/>
              <a:rect l="l" t="t" r="r" b="b"/>
              <a:pathLst>
                <a:path w="1675342" h="558447">
                  <a:moveTo>
                    <a:pt x="0" y="0"/>
                  </a:moveTo>
                  <a:lnTo>
                    <a:pt x="1675342" y="0"/>
                  </a:lnTo>
                  <a:lnTo>
                    <a:pt x="1675342" y="558448"/>
                  </a:lnTo>
                  <a:lnTo>
                    <a:pt x="0" y="558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5827278" y="3824151"/>
              <a:ext cx="558447" cy="546307"/>
            </a:xfrm>
            <a:custGeom>
              <a:avLst/>
              <a:gdLst/>
              <a:ahLst/>
              <a:cxnLst/>
              <a:rect l="l" t="t" r="r" b="b"/>
              <a:pathLst>
                <a:path w="558447" h="546307">
                  <a:moveTo>
                    <a:pt x="0" y="0"/>
                  </a:moveTo>
                  <a:lnTo>
                    <a:pt x="558448" y="0"/>
                  </a:lnTo>
                  <a:lnTo>
                    <a:pt x="558448" y="546308"/>
                  </a:lnTo>
                  <a:lnTo>
                    <a:pt x="0" y="546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6106502" y="3277844"/>
              <a:ext cx="2221650" cy="1092615"/>
            </a:xfrm>
            <a:custGeom>
              <a:avLst/>
              <a:gdLst/>
              <a:ahLst/>
              <a:cxnLst/>
              <a:rect l="l" t="t" r="r" b="b"/>
              <a:pathLst>
                <a:path w="2221650" h="1092615">
                  <a:moveTo>
                    <a:pt x="0" y="0"/>
                  </a:moveTo>
                  <a:lnTo>
                    <a:pt x="2221650" y="0"/>
                  </a:lnTo>
                  <a:lnTo>
                    <a:pt x="2221650" y="1092615"/>
                  </a:lnTo>
                  <a:lnTo>
                    <a:pt x="0" y="1092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9432907" y="4091235"/>
              <a:ext cx="558447" cy="1651062"/>
            </a:xfrm>
            <a:custGeom>
              <a:avLst/>
              <a:gdLst/>
              <a:ahLst/>
              <a:cxnLst/>
              <a:rect l="l" t="t" r="r" b="b"/>
              <a:pathLst>
                <a:path w="558447" h="1651062">
                  <a:moveTo>
                    <a:pt x="0" y="0"/>
                  </a:moveTo>
                  <a:lnTo>
                    <a:pt x="558447" y="0"/>
                  </a:lnTo>
                  <a:lnTo>
                    <a:pt x="558447" y="1651062"/>
                  </a:lnTo>
                  <a:lnTo>
                    <a:pt x="0" y="1651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13536282" y="279224"/>
              <a:ext cx="6397866" cy="2464453"/>
            </a:xfrm>
            <a:custGeom>
              <a:avLst/>
              <a:gdLst/>
              <a:ahLst/>
              <a:cxnLst/>
              <a:rect l="l" t="t" r="r" b="b"/>
              <a:pathLst>
                <a:path w="6397866" h="2464453">
                  <a:moveTo>
                    <a:pt x="0" y="0"/>
                  </a:moveTo>
                  <a:lnTo>
                    <a:pt x="6397865" y="0"/>
                  </a:lnTo>
                  <a:lnTo>
                    <a:pt x="6397865" y="2464453"/>
                  </a:lnTo>
                  <a:lnTo>
                    <a:pt x="0" y="24644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604267" y="689858"/>
              <a:ext cx="909055" cy="8866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41"/>
                </a:lnSpc>
              </a:pPr>
              <a:r>
                <a:rPr lang="en-US" sz="4029" b="1">
                  <a:solidFill>
                    <a:srgbClr val="5170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04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14701737" y="546307"/>
              <a:ext cx="291364" cy="1638922"/>
            </a:xfrm>
            <a:custGeom>
              <a:avLst/>
              <a:gdLst/>
              <a:ahLst/>
              <a:cxnLst/>
              <a:rect l="l" t="t" r="r" b="b"/>
              <a:pathLst>
                <a:path w="291364" h="1638922">
                  <a:moveTo>
                    <a:pt x="0" y="0"/>
                  </a:moveTo>
                  <a:lnTo>
                    <a:pt x="291364" y="0"/>
                  </a:lnTo>
                  <a:lnTo>
                    <a:pt x="291364" y="1638922"/>
                  </a:lnTo>
                  <a:lnTo>
                    <a:pt x="0" y="16389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189286" y="1263098"/>
              <a:ext cx="1305310" cy="8212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98"/>
                </a:lnSpc>
              </a:pPr>
              <a:r>
                <a:rPr lang="en-US" sz="1624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Database</a:t>
              </a:r>
            </a:p>
            <a:p>
              <a:pPr algn="l">
                <a:lnSpc>
                  <a:spcPts val="2598"/>
                </a:lnSpc>
              </a:pPr>
              <a:r>
                <a:rPr lang="en-US" sz="1624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SQLite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13038535" y="1092615"/>
              <a:ext cx="570588" cy="546307"/>
            </a:xfrm>
            <a:custGeom>
              <a:avLst/>
              <a:gdLst/>
              <a:ahLst/>
              <a:cxnLst/>
              <a:rect l="l" t="t" r="r" b="b"/>
              <a:pathLst>
                <a:path w="570588" h="546307">
                  <a:moveTo>
                    <a:pt x="0" y="0"/>
                  </a:moveTo>
                  <a:lnTo>
                    <a:pt x="570588" y="0"/>
                  </a:lnTo>
                  <a:lnTo>
                    <a:pt x="570588" y="546307"/>
                  </a:lnTo>
                  <a:lnTo>
                    <a:pt x="0" y="5463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11654556" y="1359698"/>
              <a:ext cx="1675342" cy="558447"/>
            </a:xfrm>
            <a:custGeom>
              <a:avLst/>
              <a:gdLst/>
              <a:ahLst/>
              <a:cxnLst/>
              <a:rect l="l" t="t" r="r" b="b"/>
              <a:pathLst>
                <a:path w="1675342" h="558447">
                  <a:moveTo>
                    <a:pt x="0" y="0"/>
                  </a:moveTo>
                  <a:lnTo>
                    <a:pt x="1675343" y="0"/>
                  </a:lnTo>
                  <a:lnTo>
                    <a:pt x="1675343" y="558448"/>
                  </a:lnTo>
                  <a:lnTo>
                    <a:pt x="0" y="558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13038535" y="3544928"/>
              <a:ext cx="570588" cy="558447"/>
            </a:xfrm>
            <a:custGeom>
              <a:avLst/>
              <a:gdLst/>
              <a:ahLst/>
              <a:cxnLst/>
              <a:rect l="l" t="t" r="r" b="b"/>
              <a:pathLst>
                <a:path w="570588" h="558447">
                  <a:moveTo>
                    <a:pt x="0" y="0"/>
                  </a:moveTo>
                  <a:lnTo>
                    <a:pt x="570588" y="0"/>
                  </a:lnTo>
                  <a:lnTo>
                    <a:pt x="570588" y="558447"/>
                  </a:lnTo>
                  <a:lnTo>
                    <a:pt x="0" y="558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11375333" y="2998620"/>
              <a:ext cx="1954566" cy="825531"/>
            </a:xfrm>
            <a:custGeom>
              <a:avLst/>
              <a:gdLst/>
              <a:ahLst/>
              <a:cxnLst/>
              <a:rect l="l" t="t" r="r" b="b"/>
              <a:pathLst>
                <a:path w="1954566" h="825531">
                  <a:moveTo>
                    <a:pt x="0" y="0"/>
                  </a:moveTo>
                  <a:lnTo>
                    <a:pt x="1954566" y="0"/>
                  </a:lnTo>
                  <a:lnTo>
                    <a:pt x="1954566" y="825531"/>
                  </a:lnTo>
                  <a:lnTo>
                    <a:pt x="0" y="8255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13038535" y="2998620"/>
              <a:ext cx="6397866" cy="3557068"/>
            </a:xfrm>
            <a:custGeom>
              <a:avLst/>
              <a:gdLst/>
              <a:ahLst/>
              <a:cxnLst/>
              <a:rect l="l" t="t" r="r" b="b"/>
              <a:pathLst>
                <a:path w="6397866" h="3557068">
                  <a:moveTo>
                    <a:pt x="0" y="0"/>
                  </a:moveTo>
                  <a:lnTo>
                    <a:pt x="6397866" y="0"/>
                  </a:lnTo>
                  <a:lnTo>
                    <a:pt x="6397866" y="3557068"/>
                  </a:lnTo>
                  <a:lnTo>
                    <a:pt x="0" y="35570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604267" y="3430135"/>
              <a:ext cx="909055" cy="8866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41"/>
                </a:lnSpc>
              </a:pPr>
              <a:r>
                <a:rPr lang="en-US" sz="4029" b="1">
                  <a:solidFill>
                    <a:srgbClr val="5170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05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14701737" y="3544928"/>
              <a:ext cx="291364" cy="2743677"/>
            </a:xfrm>
            <a:custGeom>
              <a:avLst/>
              <a:gdLst/>
              <a:ahLst/>
              <a:cxnLst/>
              <a:rect l="l" t="t" r="r" b="b"/>
              <a:pathLst>
                <a:path w="291364" h="2743677">
                  <a:moveTo>
                    <a:pt x="0" y="0"/>
                  </a:moveTo>
                  <a:lnTo>
                    <a:pt x="291364" y="0"/>
                  </a:lnTo>
                  <a:lnTo>
                    <a:pt x="291364" y="2743676"/>
                  </a:lnTo>
                  <a:lnTo>
                    <a:pt x="0" y="2743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189286" y="4095155"/>
              <a:ext cx="2517384" cy="21323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98"/>
                </a:lnSpc>
              </a:pPr>
              <a:r>
                <a:rPr lang="en-US" sz="1624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BroadcastReceiver</a:t>
              </a:r>
            </a:p>
            <a:p>
              <a:pPr algn="l">
                <a:lnSpc>
                  <a:spcPts val="2598"/>
                </a:lnSpc>
              </a:pPr>
              <a:r>
                <a:rPr lang="en-US" sz="1624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Notification</a:t>
              </a:r>
            </a:p>
            <a:p>
              <a:pPr algn="l">
                <a:lnSpc>
                  <a:spcPts val="2598"/>
                </a:lnSpc>
              </a:pPr>
              <a:r>
                <a:rPr lang="en-US" sz="1624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Thread</a:t>
              </a:r>
            </a:p>
            <a:p>
              <a:pPr algn="l">
                <a:lnSpc>
                  <a:spcPts val="2598"/>
                </a:lnSpc>
              </a:pPr>
              <a:r>
                <a:rPr lang="en-US" sz="1624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Handler</a:t>
              </a:r>
            </a:p>
            <a:p>
              <a:pPr algn="l">
                <a:lnSpc>
                  <a:spcPts val="2598"/>
                </a:lnSpc>
              </a:pPr>
              <a:r>
                <a:rPr lang="en-US" sz="1624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Sync Task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879783" y="741615"/>
              <a:ext cx="2097820" cy="4314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92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Development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5189286" y="750566"/>
              <a:ext cx="769201" cy="4231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53"/>
                </a:lnSpc>
              </a:pPr>
              <a:r>
                <a:rPr lang="en-US" sz="1895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Data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879783" y="3521226"/>
              <a:ext cx="372946" cy="4314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92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UI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5189286" y="3521226"/>
              <a:ext cx="1212074" cy="4314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92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System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89789" y="5907497"/>
              <a:ext cx="4312186" cy="4314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US" sz="192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Architecture &amp; Components</a:t>
              </a:r>
            </a:p>
          </p:txBody>
        </p:sp>
      </p:grpSp>
      <p:sp>
        <p:nvSpPr>
          <p:cNvPr id="43" name="Freeform 43"/>
          <p:cNvSpPr/>
          <p:nvPr/>
        </p:nvSpPr>
        <p:spPr>
          <a:xfrm>
            <a:off x="14738674" y="596037"/>
            <a:ext cx="3549326" cy="3038475"/>
          </a:xfrm>
          <a:custGeom>
            <a:avLst/>
            <a:gdLst/>
            <a:ahLst/>
            <a:cxnLst/>
            <a:rect l="l" t="t" r="r" b="b"/>
            <a:pathLst>
              <a:path w="3549326" h="3038475">
                <a:moveTo>
                  <a:pt x="0" y="0"/>
                </a:moveTo>
                <a:lnTo>
                  <a:pt x="3549326" y="0"/>
                </a:lnTo>
                <a:lnTo>
                  <a:pt x="3549326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t="-16812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696" b="-7696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>
            <a:off x="483636" y="2909659"/>
            <a:ext cx="2409825" cy="219075"/>
          </a:xfrm>
          <a:custGeom>
            <a:avLst/>
            <a:gdLst/>
            <a:ahLst/>
            <a:cxnLst/>
            <a:rect l="l" t="t" r="r" b="b"/>
            <a:pathLst>
              <a:path w="2409825" h="219075">
                <a:moveTo>
                  <a:pt x="0" y="0"/>
                </a:moveTo>
                <a:lnTo>
                  <a:pt x="2409825" y="0"/>
                </a:lnTo>
                <a:lnTo>
                  <a:pt x="2409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230619" y="3019197"/>
            <a:ext cx="3239077" cy="7139444"/>
          </a:xfrm>
          <a:custGeom>
            <a:avLst/>
            <a:gdLst/>
            <a:ahLst/>
            <a:cxnLst/>
            <a:rect l="l" t="t" r="r" b="b"/>
            <a:pathLst>
              <a:path w="3239077" h="7139444">
                <a:moveTo>
                  <a:pt x="0" y="0"/>
                </a:moveTo>
                <a:lnTo>
                  <a:pt x="3239077" y="0"/>
                </a:lnTo>
                <a:lnTo>
                  <a:pt x="3239077" y="7139444"/>
                </a:lnTo>
                <a:lnTo>
                  <a:pt x="0" y="7139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81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3147820" y="3201075"/>
            <a:ext cx="3214093" cy="6957566"/>
          </a:xfrm>
          <a:custGeom>
            <a:avLst/>
            <a:gdLst/>
            <a:ahLst/>
            <a:cxnLst/>
            <a:rect l="l" t="t" r="r" b="b"/>
            <a:pathLst>
              <a:path w="3214093" h="6957566">
                <a:moveTo>
                  <a:pt x="0" y="0"/>
                </a:moveTo>
                <a:lnTo>
                  <a:pt x="3214093" y="0"/>
                </a:lnTo>
                <a:lnTo>
                  <a:pt x="3214093" y="6957566"/>
                </a:lnTo>
                <a:lnTo>
                  <a:pt x="0" y="69575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5259248" y="5819319"/>
            <a:ext cx="3690622" cy="3901388"/>
            <a:chOff x="19600" y="-69584"/>
            <a:chExt cx="4920830" cy="5201851"/>
          </a:xfrm>
        </p:grpSpPr>
        <p:sp>
          <p:nvSpPr>
            <p:cNvPr id="7" name="AutoShape 7"/>
            <p:cNvSpPr/>
            <p:nvPr/>
          </p:nvSpPr>
          <p:spPr>
            <a:xfrm flipH="1">
              <a:off x="19600" y="1457416"/>
              <a:ext cx="3029068" cy="367485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842847" y="-69584"/>
              <a:ext cx="3097583" cy="1568298"/>
              <a:chOff x="0" y="-13745"/>
              <a:chExt cx="611868" cy="30978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11868" cy="296042"/>
              </a:xfrm>
              <a:custGeom>
                <a:avLst/>
                <a:gdLst/>
                <a:ahLst/>
                <a:cxnLst/>
                <a:rect l="l" t="t" r="r" b="b"/>
                <a:pathLst>
                  <a:path w="611868" h="296042">
                    <a:moveTo>
                      <a:pt x="56652" y="0"/>
                    </a:moveTo>
                    <a:lnTo>
                      <a:pt x="555217" y="0"/>
                    </a:lnTo>
                    <a:cubicBezTo>
                      <a:pt x="586504" y="0"/>
                      <a:pt x="611868" y="25364"/>
                      <a:pt x="611868" y="56652"/>
                    </a:cubicBezTo>
                    <a:lnTo>
                      <a:pt x="611868" y="239391"/>
                    </a:lnTo>
                    <a:cubicBezTo>
                      <a:pt x="611868" y="254416"/>
                      <a:pt x="605900" y="268825"/>
                      <a:pt x="595275" y="279449"/>
                    </a:cubicBezTo>
                    <a:cubicBezTo>
                      <a:pt x="584651" y="290074"/>
                      <a:pt x="570242" y="296042"/>
                      <a:pt x="555217" y="296042"/>
                    </a:cubicBezTo>
                    <a:lnTo>
                      <a:pt x="56652" y="296042"/>
                    </a:lnTo>
                    <a:cubicBezTo>
                      <a:pt x="25364" y="296042"/>
                      <a:pt x="0" y="270678"/>
                      <a:pt x="0" y="239391"/>
                    </a:cubicBezTo>
                    <a:lnTo>
                      <a:pt x="0" y="56652"/>
                    </a:lnTo>
                    <a:cubicBezTo>
                      <a:pt x="0" y="41627"/>
                      <a:pt x="5969" y="27217"/>
                      <a:pt x="16593" y="16593"/>
                    </a:cubicBezTo>
                    <a:cubicBezTo>
                      <a:pt x="27217" y="5969"/>
                      <a:pt x="41627" y="0"/>
                      <a:pt x="56652" y="0"/>
                    </a:cubicBezTo>
                    <a:close/>
                  </a:path>
                </a:pathLst>
              </a:custGeom>
              <a:solidFill>
                <a:srgbClr val="5170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13745"/>
                <a:ext cx="611868" cy="3097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20"/>
                  </a:lnSpc>
                </a:pPr>
                <a:r>
                  <a:rPr lang="en-US" sz="1700" b="1" dirty="0" err="1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Đăng</a:t>
                </a:r>
                <a:r>
                  <a:rPr lang="en-US" sz="1700" b="1" dirty="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 </a:t>
                </a:r>
                <a:r>
                  <a:rPr lang="en-US" sz="1700" b="1" dirty="0" err="1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nhập</a:t>
                </a:r>
                <a:r>
                  <a:rPr lang="en-US" sz="1700" b="1" dirty="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 </a:t>
                </a:r>
                <a:r>
                  <a:rPr lang="en-US" sz="1700" b="1" dirty="0" err="1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nếu</a:t>
                </a:r>
                <a:r>
                  <a:rPr lang="en-US" sz="1700" b="1" dirty="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 </a:t>
                </a:r>
                <a:r>
                  <a:rPr lang="en-US" sz="1700" b="1" dirty="0" err="1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đã</a:t>
                </a:r>
                <a:r>
                  <a:rPr lang="en-US" sz="1700" b="1" dirty="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 </a:t>
                </a:r>
                <a:r>
                  <a:rPr lang="en-US" sz="1700" b="1" dirty="0" err="1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có</a:t>
                </a:r>
                <a:r>
                  <a:rPr lang="en-US" sz="1700" b="1" dirty="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 </a:t>
                </a:r>
                <a:r>
                  <a:rPr lang="en-US" sz="1700" b="1" dirty="0" err="1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tài</a:t>
                </a:r>
                <a:r>
                  <a:rPr lang="en-US" sz="1700" b="1" dirty="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 </a:t>
                </a:r>
                <a:r>
                  <a:rPr lang="en-US" sz="1700" b="1" dirty="0" err="1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khoản</a:t>
                </a:r>
                <a:endPara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endParaRPr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216936" y="4991100"/>
            <a:ext cx="3600982" cy="4170799"/>
            <a:chOff x="0" y="-367255"/>
            <a:chExt cx="4801309" cy="5266661"/>
          </a:xfrm>
        </p:grpSpPr>
        <p:sp>
          <p:nvSpPr>
            <p:cNvPr id="12" name="AutoShape 12"/>
            <p:cNvSpPr/>
            <p:nvPr/>
          </p:nvSpPr>
          <p:spPr>
            <a:xfrm>
              <a:off x="1641955" y="1552883"/>
              <a:ext cx="3159354" cy="3346523"/>
            </a:xfrm>
            <a:prstGeom prst="line">
              <a:avLst/>
            </a:prstGeom>
            <a:ln w="55272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-367255"/>
              <a:ext cx="3370250" cy="1997895"/>
              <a:chOff x="0" y="-66675"/>
              <a:chExt cx="611868" cy="362717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53421"/>
                <a:ext cx="611868" cy="228505"/>
              </a:xfrm>
              <a:custGeom>
                <a:avLst/>
                <a:gdLst/>
                <a:ahLst/>
                <a:cxnLst/>
                <a:rect l="l" t="t" r="r" b="b"/>
                <a:pathLst>
                  <a:path w="611868" h="296042">
                    <a:moveTo>
                      <a:pt x="56652" y="0"/>
                    </a:moveTo>
                    <a:lnTo>
                      <a:pt x="555217" y="0"/>
                    </a:lnTo>
                    <a:cubicBezTo>
                      <a:pt x="586504" y="0"/>
                      <a:pt x="611868" y="25364"/>
                      <a:pt x="611868" y="56652"/>
                    </a:cubicBezTo>
                    <a:lnTo>
                      <a:pt x="611868" y="239391"/>
                    </a:lnTo>
                    <a:cubicBezTo>
                      <a:pt x="611868" y="254416"/>
                      <a:pt x="605900" y="268825"/>
                      <a:pt x="595275" y="279449"/>
                    </a:cubicBezTo>
                    <a:cubicBezTo>
                      <a:pt x="584651" y="290074"/>
                      <a:pt x="570242" y="296042"/>
                      <a:pt x="555217" y="296042"/>
                    </a:cubicBezTo>
                    <a:lnTo>
                      <a:pt x="56652" y="296042"/>
                    </a:lnTo>
                    <a:cubicBezTo>
                      <a:pt x="25364" y="296042"/>
                      <a:pt x="0" y="270678"/>
                      <a:pt x="0" y="239391"/>
                    </a:cubicBezTo>
                    <a:lnTo>
                      <a:pt x="0" y="56652"/>
                    </a:lnTo>
                    <a:cubicBezTo>
                      <a:pt x="0" y="41627"/>
                      <a:pt x="5969" y="27217"/>
                      <a:pt x="16593" y="16593"/>
                    </a:cubicBezTo>
                    <a:cubicBezTo>
                      <a:pt x="27217" y="5969"/>
                      <a:pt x="41627" y="0"/>
                      <a:pt x="56652" y="0"/>
                    </a:cubicBezTo>
                    <a:close/>
                  </a:path>
                </a:pathLst>
              </a:custGeom>
              <a:solidFill>
                <a:srgbClr val="5170FF"/>
              </a:solidFill>
            </p:spPr>
            <p:txBody>
              <a:bodyPr/>
              <a:lstStyle/>
              <a:p>
                <a:endParaRPr lang="en-US" dirty="0"/>
              </a:p>
              <a:p>
                <a:pPr algn="ctr"/>
                <a:r>
                  <a:rPr lang="en-US" b="1" dirty="0" err="1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Bắt</a:t>
                </a:r>
                <a:r>
                  <a:rPr lang="en-US" b="1" dirty="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 </a:t>
                </a:r>
                <a:r>
                  <a:rPr lang="en-US" b="1" dirty="0" err="1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đầu</a:t>
                </a:r>
                <a:r>
                  <a:rPr lang="en-US" b="1" dirty="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 </a:t>
                </a:r>
                <a:r>
                  <a:rPr lang="en-US" b="1" dirty="0" err="1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vào</a:t>
                </a:r>
                <a:r>
                  <a:rPr lang="en-US" b="1" dirty="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 </a:t>
                </a:r>
                <a:r>
                  <a:rPr lang="en-US" b="1" dirty="0" err="1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học</a:t>
                </a:r>
                <a:endParaRPr lang="en-US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endParaRPr>
              </a:p>
              <a:p>
                <a:endParaRPr lang="en-US" dirty="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66675"/>
                <a:ext cx="611868" cy="3627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20"/>
                  </a:lnSpc>
                </a:pPr>
                <a:endPara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endParaRPr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8345831" y="3980850"/>
            <a:ext cx="3278005" cy="2050185"/>
            <a:chOff x="0" y="-128421"/>
            <a:chExt cx="4370673" cy="2746903"/>
          </a:xfrm>
        </p:grpSpPr>
        <p:sp>
          <p:nvSpPr>
            <p:cNvPr id="17" name="AutoShape 17"/>
            <p:cNvSpPr/>
            <p:nvPr/>
          </p:nvSpPr>
          <p:spPr>
            <a:xfrm>
              <a:off x="1381410" y="1435214"/>
              <a:ext cx="2989263" cy="1183268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0" y="-128421"/>
              <a:ext cx="3097583" cy="1627135"/>
              <a:chOff x="0" y="-25367"/>
              <a:chExt cx="611868" cy="321409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611868" cy="296042"/>
              </a:xfrm>
              <a:custGeom>
                <a:avLst/>
                <a:gdLst/>
                <a:ahLst/>
                <a:cxnLst/>
                <a:rect l="l" t="t" r="r" b="b"/>
                <a:pathLst>
                  <a:path w="611868" h="296042">
                    <a:moveTo>
                      <a:pt x="56652" y="0"/>
                    </a:moveTo>
                    <a:lnTo>
                      <a:pt x="555217" y="0"/>
                    </a:lnTo>
                    <a:cubicBezTo>
                      <a:pt x="586504" y="0"/>
                      <a:pt x="611868" y="25364"/>
                      <a:pt x="611868" y="56652"/>
                    </a:cubicBezTo>
                    <a:lnTo>
                      <a:pt x="611868" y="239391"/>
                    </a:lnTo>
                    <a:cubicBezTo>
                      <a:pt x="611868" y="254416"/>
                      <a:pt x="605900" y="268825"/>
                      <a:pt x="595275" y="279449"/>
                    </a:cubicBezTo>
                    <a:cubicBezTo>
                      <a:pt x="584651" y="290074"/>
                      <a:pt x="570242" y="296042"/>
                      <a:pt x="555217" y="296042"/>
                    </a:cubicBezTo>
                    <a:lnTo>
                      <a:pt x="56652" y="296042"/>
                    </a:lnTo>
                    <a:cubicBezTo>
                      <a:pt x="25364" y="296042"/>
                      <a:pt x="0" y="270678"/>
                      <a:pt x="0" y="239391"/>
                    </a:cubicBezTo>
                    <a:lnTo>
                      <a:pt x="0" y="56652"/>
                    </a:lnTo>
                    <a:cubicBezTo>
                      <a:pt x="0" y="41627"/>
                      <a:pt x="5969" y="27217"/>
                      <a:pt x="16593" y="16593"/>
                    </a:cubicBezTo>
                    <a:cubicBezTo>
                      <a:pt x="27217" y="5969"/>
                      <a:pt x="41627" y="0"/>
                      <a:pt x="56652" y="0"/>
                    </a:cubicBezTo>
                    <a:close/>
                  </a:path>
                </a:pathLst>
              </a:custGeom>
              <a:solidFill>
                <a:srgbClr val="5170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25367"/>
                <a:ext cx="611868" cy="3214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20"/>
                  </a:lnSpc>
                </a:pPr>
                <a:r>
                  <a:rPr lang="en-US" sz="1700" b="1" dirty="0" err="1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Chọn</a:t>
                </a:r>
                <a:r>
                  <a:rPr lang="en-US" sz="1700" b="1" dirty="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 </a:t>
                </a:r>
                <a:r>
                  <a:rPr lang="en-US" sz="1700" b="1" dirty="0" err="1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ngôn</a:t>
                </a:r>
                <a:r>
                  <a:rPr lang="en-US" sz="1700" b="1" dirty="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 </a:t>
                </a:r>
                <a:r>
                  <a:rPr lang="en-US" sz="1700" b="1" dirty="0" err="1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ngữ</a:t>
                </a:r>
                <a:r>
                  <a:rPr lang="en-US" sz="1700" b="1" dirty="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 </a:t>
                </a:r>
                <a:r>
                  <a:rPr lang="en-US" sz="1700" b="1" dirty="0" err="1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muốn</a:t>
                </a:r>
                <a:r>
                  <a:rPr lang="en-US" sz="1700" b="1" dirty="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 </a:t>
                </a:r>
                <a:r>
                  <a:rPr lang="en-US" sz="1700" b="1" dirty="0" err="1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học</a:t>
                </a:r>
                <a:endPara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endParaRPr>
              </a:p>
            </p:txBody>
          </p:sp>
        </p:grpSp>
      </p:grpSp>
      <p:grpSp>
        <p:nvGrpSpPr>
          <p:cNvPr id="21" name="Group 21"/>
          <p:cNvGrpSpPr/>
          <p:nvPr/>
        </p:nvGrpSpPr>
        <p:grpSpPr>
          <a:xfrm>
            <a:off x="13488903" y="6580192"/>
            <a:ext cx="3907417" cy="2901033"/>
            <a:chOff x="0" y="0"/>
            <a:chExt cx="5209890" cy="3868045"/>
          </a:xfrm>
        </p:grpSpPr>
        <p:sp>
          <p:nvSpPr>
            <p:cNvPr id="22" name="AutoShape 22"/>
            <p:cNvSpPr/>
            <p:nvPr/>
          </p:nvSpPr>
          <p:spPr>
            <a:xfrm flipH="1">
              <a:off x="14687" y="1384414"/>
              <a:ext cx="3475266" cy="2462907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2112306" y="0"/>
              <a:ext cx="3097583" cy="1498714"/>
              <a:chOff x="0" y="0"/>
              <a:chExt cx="611868" cy="29604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18914"/>
                <a:ext cx="611868" cy="277128"/>
              </a:xfrm>
              <a:custGeom>
                <a:avLst/>
                <a:gdLst/>
                <a:ahLst/>
                <a:cxnLst/>
                <a:rect l="l" t="t" r="r" b="b"/>
                <a:pathLst>
                  <a:path w="611868" h="296042">
                    <a:moveTo>
                      <a:pt x="56652" y="0"/>
                    </a:moveTo>
                    <a:lnTo>
                      <a:pt x="555217" y="0"/>
                    </a:lnTo>
                    <a:cubicBezTo>
                      <a:pt x="586504" y="0"/>
                      <a:pt x="611868" y="25364"/>
                      <a:pt x="611868" y="56652"/>
                    </a:cubicBezTo>
                    <a:lnTo>
                      <a:pt x="611868" y="239391"/>
                    </a:lnTo>
                    <a:cubicBezTo>
                      <a:pt x="611868" y="254416"/>
                      <a:pt x="605900" y="268825"/>
                      <a:pt x="595275" y="279449"/>
                    </a:cubicBezTo>
                    <a:cubicBezTo>
                      <a:pt x="584651" y="290074"/>
                      <a:pt x="570242" y="296042"/>
                      <a:pt x="555217" y="296042"/>
                    </a:cubicBezTo>
                    <a:lnTo>
                      <a:pt x="56652" y="296042"/>
                    </a:lnTo>
                    <a:cubicBezTo>
                      <a:pt x="25364" y="296042"/>
                      <a:pt x="0" y="270678"/>
                      <a:pt x="0" y="239391"/>
                    </a:cubicBezTo>
                    <a:lnTo>
                      <a:pt x="0" y="56652"/>
                    </a:lnTo>
                    <a:cubicBezTo>
                      <a:pt x="0" y="41627"/>
                      <a:pt x="5969" y="27217"/>
                      <a:pt x="16593" y="16593"/>
                    </a:cubicBezTo>
                    <a:cubicBezTo>
                      <a:pt x="27217" y="5969"/>
                      <a:pt x="41627" y="0"/>
                      <a:pt x="56652" y="0"/>
                    </a:cubicBezTo>
                    <a:close/>
                  </a:path>
                </a:pathLst>
              </a:custGeom>
              <a:solidFill>
                <a:srgbClr val="5170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0"/>
                <a:ext cx="611868" cy="2960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20"/>
                  </a:lnSpc>
                </a:pPr>
                <a:r>
                  <a:rPr lang="en-US" sz="1700" b="1" dirty="0" err="1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Tiếp</a:t>
                </a:r>
                <a:r>
                  <a:rPr lang="en-US" sz="1700" b="1" dirty="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 </a:t>
                </a:r>
                <a:r>
                  <a:rPr lang="en-US" sz="1700" b="1" dirty="0" err="1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tục</a:t>
                </a:r>
                <a:r>
                  <a:rPr lang="en-US" sz="1700" b="1" dirty="0">
                    <a:solidFill>
                      <a:srgbClr val="FFFFFF"/>
                    </a:solidFill>
                    <a:latin typeface="Noto Sans Bold"/>
                    <a:ea typeface="Noto Sans Bold"/>
                    <a:cs typeface="Noto Sans Bold"/>
                    <a:sym typeface="Noto Sans Bold"/>
                  </a:rPr>
                  <a:t>...</a:t>
                </a:r>
              </a:p>
            </p:txBody>
          </p:sp>
        </p:grpSp>
      </p:grpSp>
      <p:sp>
        <p:nvSpPr>
          <p:cNvPr id="26" name="TextBox 26"/>
          <p:cNvSpPr txBox="1"/>
          <p:nvPr/>
        </p:nvSpPr>
        <p:spPr>
          <a:xfrm>
            <a:off x="688467" y="1387564"/>
            <a:ext cx="8522208" cy="1522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5499" b="1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HIỆU ỨNG &amp; TRẢI NGHIỆM NGƯỜI DÙNG</a:t>
            </a:r>
          </a:p>
        </p:txBody>
      </p:sp>
      <p:sp>
        <p:nvSpPr>
          <p:cNvPr id="27" name="Freeform 27"/>
          <p:cNvSpPr/>
          <p:nvPr/>
        </p:nvSpPr>
        <p:spPr>
          <a:xfrm>
            <a:off x="14738674" y="596037"/>
            <a:ext cx="3549326" cy="3038475"/>
          </a:xfrm>
          <a:custGeom>
            <a:avLst/>
            <a:gdLst/>
            <a:ahLst/>
            <a:cxnLst/>
            <a:rect l="l" t="t" r="r" b="b"/>
            <a:pathLst>
              <a:path w="3549326" h="3038475">
                <a:moveTo>
                  <a:pt x="0" y="0"/>
                </a:moveTo>
                <a:lnTo>
                  <a:pt x="3549326" y="0"/>
                </a:lnTo>
                <a:lnTo>
                  <a:pt x="3549326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6812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696" b="-76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83636" y="2909659"/>
            <a:ext cx="2409825" cy="219075"/>
          </a:xfrm>
          <a:custGeom>
            <a:avLst/>
            <a:gdLst/>
            <a:ahLst/>
            <a:cxnLst/>
            <a:rect l="l" t="t" r="r" b="b"/>
            <a:pathLst>
              <a:path w="2409825" h="219075">
                <a:moveTo>
                  <a:pt x="0" y="0"/>
                </a:moveTo>
                <a:lnTo>
                  <a:pt x="2409825" y="0"/>
                </a:lnTo>
                <a:lnTo>
                  <a:pt x="2409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3133570" y="3340065"/>
            <a:ext cx="2959712" cy="6607245"/>
          </a:xfrm>
          <a:custGeom>
            <a:avLst/>
            <a:gdLst/>
            <a:ahLst/>
            <a:cxnLst/>
            <a:rect l="l" t="t" r="r" b="b"/>
            <a:pathLst>
              <a:path w="2959712" h="6607245">
                <a:moveTo>
                  <a:pt x="0" y="0"/>
                </a:moveTo>
                <a:lnTo>
                  <a:pt x="2959712" y="0"/>
                </a:lnTo>
                <a:lnTo>
                  <a:pt x="2959712" y="6607245"/>
                </a:lnTo>
                <a:lnTo>
                  <a:pt x="0" y="66072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H="1">
            <a:off x="5673618" y="7033325"/>
            <a:ext cx="2126174" cy="22249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6648685" y="5953816"/>
            <a:ext cx="2495315" cy="1102669"/>
            <a:chOff x="0" y="-16708"/>
            <a:chExt cx="657202" cy="36259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57202" cy="345891"/>
            </a:xfrm>
            <a:custGeom>
              <a:avLst/>
              <a:gdLst/>
              <a:ahLst/>
              <a:cxnLst/>
              <a:rect l="l" t="t" r="r" b="b"/>
              <a:pathLst>
                <a:path w="657202" h="345891">
                  <a:moveTo>
                    <a:pt x="52744" y="0"/>
                  </a:moveTo>
                  <a:lnTo>
                    <a:pt x="604458" y="0"/>
                  </a:lnTo>
                  <a:cubicBezTo>
                    <a:pt x="618447" y="0"/>
                    <a:pt x="631862" y="5557"/>
                    <a:pt x="641754" y="15448"/>
                  </a:cubicBezTo>
                  <a:cubicBezTo>
                    <a:pt x="651645" y="25340"/>
                    <a:pt x="657202" y="38755"/>
                    <a:pt x="657202" y="52744"/>
                  </a:cubicBezTo>
                  <a:lnTo>
                    <a:pt x="657202" y="293147"/>
                  </a:lnTo>
                  <a:cubicBezTo>
                    <a:pt x="657202" y="307135"/>
                    <a:pt x="651645" y="320551"/>
                    <a:pt x="641754" y="330442"/>
                  </a:cubicBezTo>
                  <a:cubicBezTo>
                    <a:pt x="631862" y="340334"/>
                    <a:pt x="618447" y="345891"/>
                    <a:pt x="604458" y="345891"/>
                  </a:cubicBezTo>
                  <a:lnTo>
                    <a:pt x="52744" y="345891"/>
                  </a:lnTo>
                  <a:cubicBezTo>
                    <a:pt x="38755" y="345891"/>
                    <a:pt x="25340" y="340334"/>
                    <a:pt x="15448" y="330442"/>
                  </a:cubicBezTo>
                  <a:cubicBezTo>
                    <a:pt x="5557" y="320551"/>
                    <a:pt x="0" y="307135"/>
                    <a:pt x="0" y="293147"/>
                  </a:cubicBezTo>
                  <a:lnTo>
                    <a:pt x="0" y="52744"/>
                  </a:lnTo>
                  <a:cubicBezTo>
                    <a:pt x="0" y="38755"/>
                    <a:pt x="5557" y="25340"/>
                    <a:pt x="15448" y="15448"/>
                  </a:cubicBezTo>
                  <a:cubicBezTo>
                    <a:pt x="25340" y="5557"/>
                    <a:pt x="38755" y="0"/>
                    <a:pt x="52744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6708"/>
              <a:ext cx="657202" cy="3625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Tiếp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tục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...</a:t>
              </a:r>
            </a:p>
          </p:txBody>
        </p:sp>
      </p:grpSp>
      <p:sp>
        <p:nvSpPr>
          <p:cNvPr id="9" name="AutoShape 9"/>
          <p:cNvSpPr/>
          <p:nvPr/>
        </p:nvSpPr>
        <p:spPr>
          <a:xfrm flipV="1">
            <a:off x="1657926" y="5896189"/>
            <a:ext cx="1669595" cy="11135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449837" y="6947913"/>
            <a:ext cx="2397129" cy="1113560"/>
            <a:chOff x="0" y="-1"/>
            <a:chExt cx="631343" cy="31791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1343" cy="317915"/>
            </a:xfrm>
            <a:custGeom>
              <a:avLst/>
              <a:gdLst/>
              <a:ahLst/>
              <a:cxnLst/>
              <a:rect l="l" t="t" r="r" b="b"/>
              <a:pathLst>
                <a:path w="631343" h="317915">
                  <a:moveTo>
                    <a:pt x="54904" y="0"/>
                  </a:moveTo>
                  <a:lnTo>
                    <a:pt x="576438" y="0"/>
                  </a:lnTo>
                  <a:cubicBezTo>
                    <a:pt x="606761" y="0"/>
                    <a:pt x="631343" y="24581"/>
                    <a:pt x="631343" y="54904"/>
                  </a:cubicBezTo>
                  <a:lnTo>
                    <a:pt x="631343" y="263010"/>
                  </a:lnTo>
                  <a:cubicBezTo>
                    <a:pt x="631343" y="277572"/>
                    <a:pt x="625558" y="291537"/>
                    <a:pt x="615261" y="301834"/>
                  </a:cubicBezTo>
                  <a:cubicBezTo>
                    <a:pt x="604965" y="312130"/>
                    <a:pt x="591000" y="317915"/>
                    <a:pt x="576438" y="317915"/>
                  </a:cubicBezTo>
                  <a:lnTo>
                    <a:pt x="54904" y="317915"/>
                  </a:lnTo>
                  <a:cubicBezTo>
                    <a:pt x="40343" y="317915"/>
                    <a:pt x="26378" y="312130"/>
                    <a:pt x="16081" y="301834"/>
                  </a:cubicBezTo>
                  <a:cubicBezTo>
                    <a:pt x="5785" y="291537"/>
                    <a:pt x="0" y="277572"/>
                    <a:pt x="0" y="263010"/>
                  </a:cubicBezTo>
                  <a:lnTo>
                    <a:pt x="0" y="54904"/>
                  </a:lnTo>
                  <a:cubicBezTo>
                    <a:pt x="0" y="40343"/>
                    <a:pt x="5785" y="26378"/>
                    <a:pt x="16081" y="16081"/>
                  </a:cubicBezTo>
                  <a:cubicBezTo>
                    <a:pt x="26378" y="5785"/>
                    <a:pt x="40343" y="0"/>
                    <a:pt x="54904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"/>
              <a:ext cx="631343" cy="3179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Chọn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cấp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độ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của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bạn</a:t>
              </a:r>
              <a:endParaRPr lang="en-US" sz="17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11623836" y="3128734"/>
            <a:ext cx="2976039" cy="6817024"/>
          </a:xfrm>
          <a:custGeom>
            <a:avLst/>
            <a:gdLst/>
            <a:ahLst/>
            <a:cxnLst/>
            <a:rect l="l" t="t" r="r" b="b"/>
            <a:pathLst>
              <a:path w="2976039" h="6817024">
                <a:moveTo>
                  <a:pt x="0" y="0"/>
                </a:moveTo>
                <a:lnTo>
                  <a:pt x="2976039" y="0"/>
                </a:lnTo>
                <a:lnTo>
                  <a:pt x="2976039" y="6817025"/>
                </a:lnTo>
                <a:lnTo>
                  <a:pt x="0" y="68170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99" r="-159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9352925" y="4873634"/>
            <a:ext cx="2514671" cy="6371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8097227" y="3710017"/>
            <a:ext cx="2511395" cy="1215101"/>
            <a:chOff x="0" y="-1"/>
            <a:chExt cx="611868" cy="29604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11868" cy="296042"/>
            </a:xfrm>
            <a:custGeom>
              <a:avLst/>
              <a:gdLst/>
              <a:ahLst/>
              <a:cxnLst/>
              <a:rect l="l" t="t" r="r" b="b"/>
              <a:pathLst>
                <a:path w="611868" h="296042">
                  <a:moveTo>
                    <a:pt x="52406" y="0"/>
                  </a:moveTo>
                  <a:lnTo>
                    <a:pt x="559462" y="0"/>
                  </a:lnTo>
                  <a:cubicBezTo>
                    <a:pt x="588405" y="0"/>
                    <a:pt x="611868" y="23463"/>
                    <a:pt x="611868" y="52406"/>
                  </a:cubicBezTo>
                  <a:lnTo>
                    <a:pt x="611868" y="243636"/>
                  </a:lnTo>
                  <a:cubicBezTo>
                    <a:pt x="611868" y="257535"/>
                    <a:pt x="606347" y="270865"/>
                    <a:pt x="596519" y="280693"/>
                  </a:cubicBezTo>
                  <a:cubicBezTo>
                    <a:pt x="586691" y="290521"/>
                    <a:pt x="573361" y="296042"/>
                    <a:pt x="559462" y="296042"/>
                  </a:cubicBezTo>
                  <a:lnTo>
                    <a:pt x="52406" y="296042"/>
                  </a:lnTo>
                  <a:cubicBezTo>
                    <a:pt x="23463" y="296042"/>
                    <a:pt x="0" y="272579"/>
                    <a:pt x="0" y="243636"/>
                  </a:cubicBezTo>
                  <a:lnTo>
                    <a:pt x="0" y="52406"/>
                  </a:lnTo>
                  <a:cubicBezTo>
                    <a:pt x="0" y="23463"/>
                    <a:pt x="23463" y="0"/>
                    <a:pt x="52406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"/>
              <a:ext cx="611868" cy="2960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Chọn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chủ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đề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muốn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học</a:t>
              </a:r>
              <a:endParaRPr lang="en-US" sz="17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18" name="AutoShape 18"/>
          <p:cNvSpPr/>
          <p:nvPr/>
        </p:nvSpPr>
        <p:spPr>
          <a:xfrm flipH="1">
            <a:off x="14266558" y="7763969"/>
            <a:ext cx="2285058" cy="14783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5002645" y="6819900"/>
            <a:ext cx="2560634" cy="998164"/>
            <a:chOff x="0" y="0"/>
            <a:chExt cx="674406" cy="33733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74406" cy="337335"/>
            </a:xfrm>
            <a:custGeom>
              <a:avLst/>
              <a:gdLst/>
              <a:ahLst/>
              <a:cxnLst/>
              <a:rect l="l" t="t" r="r" b="b"/>
              <a:pathLst>
                <a:path w="674406" h="337335">
                  <a:moveTo>
                    <a:pt x="51398" y="0"/>
                  </a:moveTo>
                  <a:lnTo>
                    <a:pt x="623007" y="0"/>
                  </a:lnTo>
                  <a:cubicBezTo>
                    <a:pt x="636639" y="0"/>
                    <a:pt x="649712" y="5415"/>
                    <a:pt x="659351" y="15054"/>
                  </a:cubicBezTo>
                  <a:cubicBezTo>
                    <a:pt x="668991" y="24693"/>
                    <a:pt x="674406" y="37767"/>
                    <a:pt x="674406" y="51398"/>
                  </a:cubicBezTo>
                  <a:lnTo>
                    <a:pt x="674406" y="285936"/>
                  </a:lnTo>
                  <a:cubicBezTo>
                    <a:pt x="674406" y="299568"/>
                    <a:pt x="668991" y="312641"/>
                    <a:pt x="659351" y="322280"/>
                  </a:cubicBezTo>
                  <a:cubicBezTo>
                    <a:pt x="649712" y="331919"/>
                    <a:pt x="636639" y="337335"/>
                    <a:pt x="623007" y="337335"/>
                  </a:cubicBezTo>
                  <a:lnTo>
                    <a:pt x="51398" y="337335"/>
                  </a:lnTo>
                  <a:cubicBezTo>
                    <a:pt x="37767" y="337335"/>
                    <a:pt x="24693" y="331919"/>
                    <a:pt x="15054" y="322280"/>
                  </a:cubicBezTo>
                  <a:cubicBezTo>
                    <a:pt x="5415" y="312641"/>
                    <a:pt x="0" y="299568"/>
                    <a:pt x="0" y="285936"/>
                  </a:cubicBezTo>
                  <a:lnTo>
                    <a:pt x="0" y="51398"/>
                  </a:lnTo>
                  <a:cubicBezTo>
                    <a:pt x="0" y="37767"/>
                    <a:pt x="5415" y="24693"/>
                    <a:pt x="15054" y="15054"/>
                  </a:cubicBezTo>
                  <a:cubicBezTo>
                    <a:pt x="24693" y="5415"/>
                    <a:pt x="37767" y="0"/>
                    <a:pt x="51398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674406" cy="337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Tiếp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tục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...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88467" y="1387564"/>
            <a:ext cx="8522208" cy="1513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5499" b="1" dirty="0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TRẢI NGHIỆM CHO NGƯỜI MỚI BẮT ĐẦU</a:t>
            </a:r>
          </a:p>
        </p:txBody>
      </p:sp>
      <p:sp>
        <p:nvSpPr>
          <p:cNvPr id="23" name="Freeform 23"/>
          <p:cNvSpPr/>
          <p:nvPr/>
        </p:nvSpPr>
        <p:spPr>
          <a:xfrm>
            <a:off x="14738674" y="596037"/>
            <a:ext cx="3549326" cy="3038475"/>
          </a:xfrm>
          <a:custGeom>
            <a:avLst/>
            <a:gdLst/>
            <a:ahLst/>
            <a:cxnLst/>
            <a:rect l="l" t="t" r="r" b="b"/>
            <a:pathLst>
              <a:path w="3549326" h="3038475">
                <a:moveTo>
                  <a:pt x="0" y="0"/>
                </a:moveTo>
                <a:lnTo>
                  <a:pt x="3549326" y="0"/>
                </a:lnTo>
                <a:lnTo>
                  <a:pt x="3549326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6812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696" b="-76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83636" y="2909659"/>
            <a:ext cx="2409825" cy="219075"/>
          </a:xfrm>
          <a:custGeom>
            <a:avLst/>
            <a:gdLst/>
            <a:ahLst/>
            <a:cxnLst/>
            <a:rect l="l" t="t" r="r" b="b"/>
            <a:pathLst>
              <a:path w="2409825" h="219075">
                <a:moveTo>
                  <a:pt x="0" y="0"/>
                </a:moveTo>
                <a:lnTo>
                  <a:pt x="2409825" y="0"/>
                </a:lnTo>
                <a:lnTo>
                  <a:pt x="2409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3327522" y="3341618"/>
            <a:ext cx="3031630" cy="6604141"/>
          </a:xfrm>
          <a:custGeom>
            <a:avLst/>
            <a:gdLst/>
            <a:ahLst/>
            <a:cxnLst/>
            <a:rect l="l" t="t" r="r" b="b"/>
            <a:pathLst>
              <a:path w="3031630" h="6604141">
                <a:moveTo>
                  <a:pt x="0" y="0"/>
                </a:moveTo>
                <a:lnTo>
                  <a:pt x="3031630" y="0"/>
                </a:lnTo>
                <a:lnTo>
                  <a:pt x="3031630" y="6604141"/>
                </a:lnTo>
                <a:lnTo>
                  <a:pt x="0" y="66041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02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1798987" y="5323900"/>
            <a:ext cx="1848577" cy="73327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250634" y="4152900"/>
            <a:ext cx="2855392" cy="1218624"/>
            <a:chOff x="0" y="-26397"/>
            <a:chExt cx="752037" cy="4221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52037" cy="395761"/>
            </a:xfrm>
            <a:custGeom>
              <a:avLst/>
              <a:gdLst/>
              <a:ahLst/>
              <a:cxnLst/>
              <a:rect l="l" t="t" r="r" b="b"/>
              <a:pathLst>
                <a:path w="752037" h="395761">
                  <a:moveTo>
                    <a:pt x="46093" y="0"/>
                  </a:moveTo>
                  <a:lnTo>
                    <a:pt x="705945" y="0"/>
                  </a:lnTo>
                  <a:cubicBezTo>
                    <a:pt x="718169" y="0"/>
                    <a:pt x="729893" y="4856"/>
                    <a:pt x="738537" y="13500"/>
                  </a:cubicBezTo>
                  <a:cubicBezTo>
                    <a:pt x="747181" y="22144"/>
                    <a:pt x="752037" y="33868"/>
                    <a:pt x="752037" y="46093"/>
                  </a:cubicBezTo>
                  <a:lnTo>
                    <a:pt x="752037" y="349669"/>
                  </a:lnTo>
                  <a:cubicBezTo>
                    <a:pt x="752037" y="361893"/>
                    <a:pt x="747181" y="373617"/>
                    <a:pt x="738537" y="382261"/>
                  </a:cubicBezTo>
                  <a:cubicBezTo>
                    <a:pt x="729893" y="390905"/>
                    <a:pt x="718169" y="395761"/>
                    <a:pt x="705945" y="395761"/>
                  </a:cubicBezTo>
                  <a:lnTo>
                    <a:pt x="46093" y="395761"/>
                  </a:lnTo>
                  <a:cubicBezTo>
                    <a:pt x="33868" y="395761"/>
                    <a:pt x="22144" y="390905"/>
                    <a:pt x="13500" y="382261"/>
                  </a:cubicBezTo>
                  <a:cubicBezTo>
                    <a:pt x="4856" y="373617"/>
                    <a:pt x="0" y="361893"/>
                    <a:pt x="0" y="349669"/>
                  </a:cubicBezTo>
                  <a:lnTo>
                    <a:pt x="0" y="46093"/>
                  </a:lnTo>
                  <a:cubicBezTo>
                    <a:pt x="0" y="33868"/>
                    <a:pt x="4856" y="22144"/>
                    <a:pt x="13500" y="13500"/>
                  </a:cubicBezTo>
                  <a:cubicBezTo>
                    <a:pt x="22144" y="4856"/>
                    <a:pt x="33868" y="0"/>
                    <a:pt x="46093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6397"/>
              <a:ext cx="752037" cy="4221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Chọn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khung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giờ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rảnh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để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được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nhắc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thông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báo</a:t>
              </a:r>
              <a:endParaRPr lang="en-US" sz="17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9" name="AutoShape 9"/>
          <p:cNvSpPr/>
          <p:nvPr/>
        </p:nvSpPr>
        <p:spPr>
          <a:xfrm flipH="1">
            <a:off x="5911999" y="7256966"/>
            <a:ext cx="2034489" cy="2001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6744613" y="6438899"/>
            <a:ext cx="2508815" cy="955951"/>
            <a:chOff x="0" y="0"/>
            <a:chExt cx="660758" cy="32066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60758" cy="320665"/>
            </a:xfrm>
            <a:custGeom>
              <a:avLst/>
              <a:gdLst/>
              <a:ahLst/>
              <a:cxnLst/>
              <a:rect l="l" t="t" r="r" b="b"/>
              <a:pathLst>
                <a:path w="660758" h="320665">
                  <a:moveTo>
                    <a:pt x="52460" y="0"/>
                  </a:moveTo>
                  <a:lnTo>
                    <a:pt x="608298" y="0"/>
                  </a:lnTo>
                  <a:cubicBezTo>
                    <a:pt x="637271" y="0"/>
                    <a:pt x="660758" y="23487"/>
                    <a:pt x="660758" y="52460"/>
                  </a:cubicBezTo>
                  <a:lnTo>
                    <a:pt x="660758" y="268205"/>
                  </a:lnTo>
                  <a:cubicBezTo>
                    <a:pt x="660758" y="282119"/>
                    <a:pt x="655231" y="295462"/>
                    <a:pt x="645393" y="305300"/>
                  </a:cubicBezTo>
                  <a:cubicBezTo>
                    <a:pt x="635554" y="315138"/>
                    <a:pt x="622211" y="320665"/>
                    <a:pt x="608298" y="320665"/>
                  </a:cubicBezTo>
                  <a:lnTo>
                    <a:pt x="52460" y="320665"/>
                  </a:lnTo>
                  <a:cubicBezTo>
                    <a:pt x="23487" y="320665"/>
                    <a:pt x="0" y="297178"/>
                    <a:pt x="0" y="268205"/>
                  </a:cubicBezTo>
                  <a:lnTo>
                    <a:pt x="0" y="52460"/>
                  </a:lnTo>
                  <a:cubicBezTo>
                    <a:pt x="0" y="23487"/>
                    <a:pt x="23487" y="0"/>
                    <a:pt x="52460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660758" cy="3206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Tiếp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tục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...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1186489" y="3128734"/>
            <a:ext cx="3101380" cy="6817024"/>
          </a:xfrm>
          <a:custGeom>
            <a:avLst/>
            <a:gdLst/>
            <a:ahLst/>
            <a:cxnLst/>
            <a:rect l="l" t="t" r="r" b="b"/>
            <a:pathLst>
              <a:path w="3101380" h="6817024">
                <a:moveTo>
                  <a:pt x="0" y="0"/>
                </a:moveTo>
                <a:lnTo>
                  <a:pt x="3101380" y="0"/>
                </a:lnTo>
                <a:lnTo>
                  <a:pt x="3101380" y="6817025"/>
                </a:lnTo>
                <a:lnTo>
                  <a:pt x="0" y="68170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821" t="-2616" r="-1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 flipH="1">
            <a:off x="13752870" y="8090416"/>
            <a:ext cx="2437031" cy="96526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14640294" y="6972300"/>
            <a:ext cx="2590860" cy="1232336"/>
            <a:chOff x="0" y="0"/>
            <a:chExt cx="649071" cy="32592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49071" cy="325929"/>
            </a:xfrm>
            <a:custGeom>
              <a:avLst/>
              <a:gdLst/>
              <a:ahLst/>
              <a:cxnLst/>
              <a:rect l="l" t="t" r="r" b="b"/>
              <a:pathLst>
                <a:path w="649071" h="325929">
                  <a:moveTo>
                    <a:pt x="50799" y="0"/>
                  </a:moveTo>
                  <a:lnTo>
                    <a:pt x="598272" y="0"/>
                  </a:lnTo>
                  <a:cubicBezTo>
                    <a:pt x="611745" y="0"/>
                    <a:pt x="624666" y="5352"/>
                    <a:pt x="634193" y="14879"/>
                  </a:cubicBezTo>
                  <a:cubicBezTo>
                    <a:pt x="643719" y="24405"/>
                    <a:pt x="649071" y="37326"/>
                    <a:pt x="649071" y="50799"/>
                  </a:cubicBezTo>
                  <a:lnTo>
                    <a:pt x="649071" y="275131"/>
                  </a:lnTo>
                  <a:cubicBezTo>
                    <a:pt x="649071" y="288603"/>
                    <a:pt x="643719" y="301524"/>
                    <a:pt x="634193" y="311051"/>
                  </a:cubicBezTo>
                  <a:cubicBezTo>
                    <a:pt x="624666" y="320577"/>
                    <a:pt x="611745" y="325929"/>
                    <a:pt x="598272" y="325929"/>
                  </a:cubicBezTo>
                  <a:lnTo>
                    <a:pt x="50799" y="325929"/>
                  </a:lnTo>
                  <a:cubicBezTo>
                    <a:pt x="37326" y="325929"/>
                    <a:pt x="24405" y="320577"/>
                    <a:pt x="14879" y="311051"/>
                  </a:cubicBezTo>
                  <a:cubicBezTo>
                    <a:pt x="5352" y="301524"/>
                    <a:pt x="0" y="288603"/>
                    <a:pt x="0" y="275131"/>
                  </a:cubicBezTo>
                  <a:lnTo>
                    <a:pt x="0" y="50799"/>
                  </a:lnTo>
                  <a:cubicBezTo>
                    <a:pt x="0" y="37326"/>
                    <a:pt x="5352" y="24405"/>
                    <a:pt x="14879" y="14879"/>
                  </a:cubicBezTo>
                  <a:cubicBezTo>
                    <a:pt x="24405" y="5352"/>
                    <a:pt x="37326" y="0"/>
                    <a:pt x="50799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649071" cy="3259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Bật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thông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báo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để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nhận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thông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báo</a:t>
              </a:r>
              <a:endParaRPr lang="en-US" sz="17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88467" y="1387564"/>
            <a:ext cx="8522208" cy="75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5499" b="1" dirty="0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BẬT THÔNG BÁO</a:t>
            </a:r>
          </a:p>
        </p:txBody>
      </p:sp>
      <p:sp>
        <p:nvSpPr>
          <p:cNvPr id="19" name="Freeform 19"/>
          <p:cNvSpPr/>
          <p:nvPr/>
        </p:nvSpPr>
        <p:spPr>
          <a:xfrm>
            <a:off x="14738674" y="596037"/>
            <a:ext cx="3549326" cy="3038475"/>
          </a:xfrm>
          <a:custGeom>
            <a:avLst/>
            <a:gdLst/>
            <a:ahLst/>
            <a:cxnLst/>
            <a:rect l="l" t="t" r="r" b="b"/>
            <a:pathLst>
              <a:path w="3549326" h="3038475">
                <a:moveTo>
                  <a:pt x="0" y="0"/>
                </a:moveTo>
                <a:lnTo>
                  <a:pt x="3549326" y="0"/>
                </a:lnTo>
                <a:lnTo>
                  <a:pt x="3549326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681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5242953" y="3383357"/>
            <a:ext cx="3045047" cy="3520286"/>
          </a:xfrm>
          <a:custGeom>
            <a:avLst/>
            <a:gdLst/>
            <a:ahLst/>
            <a:cxnLst/>
            <a:rect l="l" t="t" r="r" b="b"/>
            <a:pathLst>
              <a:path w="3045047" h="3520286">
                <a:moveTo>
                  <a:pt x="0" y="0"/>
                </a:moveTo>
                <a:lnTo>
                  <a:pt x="3045047" y="0"/>
                </a:lnTo>
                <a:lnTo>
                  <a:pt x="3045047" y="3520286"/>
                </a:lnTo>
                <a:lnTo>
                  <a:pt x="0" y="35202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696" b="-76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483636" y="2909659"/>
            <a:ext cx="2409825" cy="219075"/>
          </a:xfrm>
          <a:custGeom>
            <a:avLst/>
            <a:gdLst/>
            <a:ahLst/>
            <a:cxnLst/>
            <a:rect l="l" t="t" r="r" b="b"/>
            <a:pathLst>
              <a:path w="2409825" h="219075">
                <a:moveTo>
                  <a:pt x="0" y="0"/>
                </a:moveTo>
                <a:lnTo>
                  <a:pt x="2409825" y="0"/>
                </a:lnTo>
                <a:lnTo>
                  <a:pt x="2409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4137835" y="3195083"/>
            <a:ext cx="2992848" cy="6604141"/>
          </a:xfrm>
          <a:custGeom>
            <a:avLst/>
            <a:gdLst/>
            <a:ahLst/>
            <a:cxnLst/>
            <a:rect l="l" t="t" r="r" b="b"/>
            <a:pathLst>
              <a:path w="2992848" h="6604141">
                <a:moveTo>
                  <a:pt x="0" y="0"/>
                </a:moveTo>
                <a:lnTo>
                  <a:pt x="2992848" y="0"/>
                </a:lnTo>
                <a:lnTo>
                  <a:pt x="2992848" y="6604141"/>
                </a:lnTo>
                <a:lnTo>
                  <a:pt x="0" y="66041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278" r="-278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2409369" y="7137752"/>
            <a:ext cx="2078543" cy="17723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028700" y="6222087"/>
            <a:ext cx="2532737" cy="953764"/>
            <a:chOff x="0" y="0"/>
            <a:chExt cx="667058" cy="31751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7058" cy="317512"/>
            </a:xfrm>
            <a:custGeom>
              <a:avLst/>
              <a:gdLst/>
              <a:ahLst/>
              <a:cxnLst/>
              <a:rect l="l" t="t" r="r" b="b"/>
              <a:pathLst>
                <a:path w="667058" h="317512">
                  <a:moveTo>
                    <a:pt x="51965" y="0"/>
                  </a:moveTo>
                  <a:lnTo>
                    <a:pt x="615094" y="0"/>
                  </a:lnTo>
                  <a:cubicBezTo>
                    <a:pt x="643793" y="0"/>
                    <a:pt x="667058" y="23265"/>
                    <a:pt x="667058" y="51965"/>
                  </a:cubicBezTo>
                  <a:lnTo>
                    <a:pt x="667058" y="265548"/>
                  </a:lnTo>
                  <a:cubicBezTo>
                    <a:pt x="667058" y="294247"/>
                    <a:pt x="643793" y="317512"/>
                    <a:pt x="615094" y="317512"/>
                  </a:cubicBezTo>
                  <a:lnTo>
                    <a:pt x="51965" y="317512"/>
                  </a:lnTo>
                  <a:cubicBezTo>
                    <a:pt x="23265" y="317512"/>
                    <a:pt x="0" y="294247"/>
                    <a:pt x="0" y="265548"/>
                  </a:cubicBezTo>
                  <a:lnTo>
                    <a:pt x="0" y="51965"/>
                  </a:lnTo>
                  <a:cubicBezTo>
                    <a:pt x="0" y="23265"/>
                    <a:pt x="23265" y="0"/>
                    <a:pt x="51965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667058" cy="3175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Thêm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widget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9633778" y="3195083"/>
            <a:ext cx="3069512" cy="6715680"/>
          </a:xfrm>
          <a:custGeom>
            <a:avLst/>
            <a:gdLst/>
            <a:ahLst/>
            <a:cxnLst/>
            <a:rect l="l" t="t" r="r" b="b"/>
            <a:pathLst>
              <a:path w="3069512" h="6715680">
                <a:moveTo>
                  <a:pt x="0" y="0"/>
                </a:moveTo>
                <a:lnTo>
                  <a:pt x="3069512" y="0"/>
                </a:lnTo>
                <a:lnTo>
                  <a:pt x="3069512" y="6715680"/>
                </a:lnTo>
                <a:lnTo>
                  <a:pt x="0" y="67156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75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 flipH="1">
            <a:off x="12305158" y="7715811"/>
            <a:ext cx="2111349" cy="7880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13254913" y="6652488"/>
            <a:ext cx="2564503" cy="1091898"/>
            <a:chOff x="0" y="-26609"/>
            <a:chExt cx="675425" cy="3185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75425" cy="291926"/>
            </a:xfrm>
            <a:custGeom>
              <a:avLst/>
              <a:gdLst/>
              <a:ahLst/>
              <a:cxnLst/>
              <a:rect l="l" t="t" r="r" b="b"/>
              <a:pathLst>
                <a:path w="675425" h="291926">
                  <a:moveTo>
                    <a:pt x="51321" y="0"/>
                  </a:moveTo>
                  <a:lnTo>
                    <a:pt x="624104" y="0"/>
                  </a:lnTo>
                  <a:cubicBezTo>
                    <a:pt x="637715" y="0"/>
                    <a:pt x="650769" y="5407"/>
                    <a:pt x="660393" y="15032"/>
                  </a:cubicBezTo>
                  <a:cubicBezTo>
                    <a:pt x="670018" y="24656"/>
                    <a:pt x="675425" y="37710"/>
                    <a:pt x="675425" y="51321"/>
                  </a:cubicBezTo>
                  <a:lnTo>
                    <a:pt x="675425" y="240605"/>
                  </a:lnTo>
                  <a:cubicBezTo>
                    <a:pt x="675425" y="254216"/>
                    <a:pt x="670018" y="267270"/>
                    <a:pt x="660393" y="276894"/>
                  </a:cubicBezTo>
                  <a:cubicBezTo>
                    <a:pt x="650769" y="286519"/>
                    <a:pt x="637715" y="291926"/>
                    <a:pt x="624104" y="291926"/>
                  </a:cubicBezTo>
                  <a:lnTo>
                    <a:pt x="51321" y="291926"/>
                  </a:lnTo>
                  <a:cubicBezTo>
                    <a:pt x="37710" y="291926"/>
                    <a:pt x="24656" y="286519"/>
                    <a:pt x="15032" y="276894"/>
                  </a:cubicBezTo>
                  <a:cubicBezTo>
                    <a:pt x="5407" y="267270"/>
                    <a:pt x="0" y="254216"/>
                    <a:pt x="0" y="240605"/>
                  </a:cubicBezTo>
                  <a:lnTo>
                    <a:pt x="0" y="51321"/>
                  </a:lnTo>
                  <a:cubicBezTo>
                    <a:pt x="0" y="37710"/>
                    <a:pt x="5407" y="24656"/>
                    <a:pt x="15032" y="15032"/>
                  </a:cubicBezTo>
                  <a:cubicBezTo>
                    <a:pt x="24656" y="5407"/>
                    <a:pt x="37710" y="0"/>
                    <a:pt x="51321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6609"/>
              <a:ext cx="675425" cy="3185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Vào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app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học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ngay</a:t>
              </a:r>
              <a:endParaRPr lang="en-US" sz="17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88467" y="1387564"/>
            <a:ext cx="8522208" cy="75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5499" b="1" dirty="0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CÀI ĐẶT WIDGET</a:t>
            </a:r>
          </a:p>
        </p:txBody>
      </p:sp>
      <p:sp>
        <p:nvSpPr>
          <p:cNvPr id="15" name="Freeform 15"/>
          <p:cNvSpPr/>
          <p:nvPr/>
        </p:nvSpPr>
        <p:spPr>
          <a:xfrm>
            <a:off x="14738674" y="596037"/>
            <a:ext cx="3549326" cy="3038475"/>
          </a:xfrm>
          <a:custGeom>
            <a:avLst/>
            <a:gdLst/>
            <a:ahLst/>
            <a:cxnLst/>
            <a:rect l="l" t="t" r="r" b="b"/>
            <a:pathLst>
              <a:path w="3549326" h="3038475">
                <a:moveTo>
                  <a:pt x="0" y="0"/>
                </a:moveTo>
                <a:lnTo>
                  <a:pt x="3549326" y="0"/>
                </a:lnTo>
                <a:lnTo>
                  <a:pt x="3549326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681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5242953" y="3383357"/>
            <a:ext cx="3045047" cy="3520286"/>
          </a:xfrm>
          <a:custGeom>
            <a:avLst/>
            <a:gdLst/>
            <a:ahLst/>
            <a:cxnLst/>
            <a:rect l="l" t="t" r="r" b="b"/>
            <a:pathLst>
              <a:path w="3045047" h="3520286">
                <a:moveTo>
                  <a:pt x="0" y="0"/>
                </a:moveTo>
                <a:lnTo>
                  <a:pt x="3045047" y="0"/>
                </a:lnTo>
                <a:lnTo>
                  <a:pt x="3045047" y="3520286"/>
                </a:lnTo>
                <a:lnTo>
                  <a:pt x="0" y="35202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696" b="-76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668667" y="1925550"/>
            <a:ext cx="2409825" cy="219075"/>
          </a:xfrm>
          <a:custGeom>
            <a:avLst/>
            <a:gdLst/>
            <a:ahLst/>
            <a:cxnLst/>
            <a:rect l="l" t="t" r="r" b="b"/>
            <a:pathLst>
              <a:path w="2409825" h="219075">
                <a:moveTo>
                  <a:pt x="0" y="0"/>
                </a:moveTo>
                <a:lnTo>
                  <a:pt x="2409825" y="0"/>
                </a:lnTo>
                <a:lnTo>
                  <a:pt x="2409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426894" y="3169299"/>
            <a:ext cx="2959712" cy="6451005"/>
          </a:xfrm>
          <a:custGeom>
            <a:avLst/>
            <a:gdLst/>
            <a:ahLst/>
            <a:cxnLst/>
            <a:rect l="l" t="t" r="r" b="b"/>
            <a:pathLst>
              <a:path w="2959712" h="6451005">
                <a:moveTo>
                  <a:pt x="0" y="0"/>
                </a:moveTo>
                <a:lnTo>
                  <a:pt x="2959712" y="0"/>
                </a:lnTo>
                <a:lnTo>
                  <a:pt x="2959712" y="6451005"/>
                </a:lnTo>
                <a:lnTo>
                  <a:pt x="0" y="64510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373" b="-4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0" y="1114425"/>
            <a:ext cx="18288000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6000" b="1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TRẢI NGHIỆM HỌC &amp; THEO DÕI</a:t>
            </a:r>
          </a:p>
        </p:txBody>
      </p:sp>
      <p:sp>
        <p:nvSpPr>
          <p:cNvPr id="6" name="Freeform 6"/>
          <p:cNvSpPr/>
          <p:nvPr/>
        </p:nvSpPr>
        <p:spPr>
          <a:xfrm>
            <a:off x="2640849" y="3016163"/>
            <a:ext cx="3019374" cy="6604141"/>
          </a:xfrm>
          <a:custGeom>
            <a:avLst/>
            <a:gdLst/>
            <a:ahLst/>
            <a:cxnLst/>
            <a:rect l="l" t="t" r="r" b="b"/>
            <a:pathLst>
              <a:path w="3019374" h="6604141">
                <a:moveTo>
                  <a:pt x="0" y="0"/>
                </a:moveTo>
                <a:lnTo>
                  <a:pt x="3019374" y="0"/>
                </a:lnTo>
                <a:lnTo>
                  <a:pt x="3019374" y="6604141"/>
                </a:lnTo>
                <a:lnTo>
                  <a:pt x="0" y="66041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08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flipH="1" flipV="1">
            <a:off x="5205179" y="7490341"/>
            <a:ext cx="2652598" cy="10821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7108579" y="7729831"/>
            <a:ext cx="2447816" cy="1223668"/>
            <a:chOff x="0" y="-35853"/>
            <a:chExt cx="644692" cy="3222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44692" cy="265133"/>
            </a:xfrm>
            <a:custGeom>
              <a:avLst/>
              <a:gdLst/>
              <a:ahLst/>
              <a:cxnLst/>
              <a:rect l="l" t="t" r="r" b="b"/>
              <a:pathLst>
                <a:path w="644692" h="265133">
                  <a:moveTo>
                    <a:pt x="53767" y="0"/>
                  </a:moveTo>
                  <a:lnTo>
                    <a:pt x="590925" y="0"/>
                  </a:lnTo>
                  <a:cubicBezTo>
                    <a:pt x="620620" y="0"/>
                    <a:pt x="644692" y="24072"/>
                    <a:pt x="644692" y="53767"/>
                  </a:cubicBezTo>
                  <a:lnTo>
                    <a:pt x="644692" y="211366"/>
                  </a:lnTo>
                  <a:cubicBezTo>
                    <a:pt x="644692" y="225626"/>
                    <a:pt x="639027" y="239301"/>
                    <a:pt x="628944" y="249385"/>
                  </a:cubicBezTo>
                  <a:cubicBezTo>
                    <a:pt x="618861" y="259468"/>
                    <a:pt x="605185" y="265133"/>
                    <a:pt x="590925" y="265133"/>
                  </a:cubicBezTo>
                  <a:lnTo>
                    <a:pt x="53767" y="265133"/>
                  </a:lnTo>
                  <a:cubicBezTo>
                    <a:pt x="39507" y="265133"/>
                    <a:pt x="25831" y="259468"/>
                    <a:pt x="15748" y="249385"/>
                  </a:cubicBezTo>
                  <a:cubicBezTo>
                    <a:pt x="5665" y="239301"/>
                    <a:pt x="0" y="225626"/>
                    <a:pt x="0" y="211366"/>
                  </a:cubicBezTo>
                  <a:lnTo>
                    <a:pt x="0" y="53767"/>
                  </a:lnTo>
                  <a:cubicBezTo>
                    <a:pt x="0" y="39507"/>
                    <a:pt x="5665" y="25831"/>
                    <a:pt x="15748" y="15748"/>
                  </a:cubicBezTo>
                  <a:cubicBezTo>
                    <a:pt x="25831" y="5665"/>
                    <a:pt x="39507" y="0"/>
                    <a:pt x="53767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5853"/>
              <a:ext cx="644692" cy="322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0"/>
                </a:lnSpc>
              </a:pP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Lật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để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xem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nghĩa</a:t>
              </a:r>
              <a:endParaRPr lang="en-US" sz="18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11" name="AutoShape 11"/>
          <p:cNvSpPr/>
          <p:nvPr/>
        </p:nvSpPr>
        <p:spPr>
          <a:xfrm flipH="1">
            <a:off x="5205179" y="6318233"/>
            <a:ext cx="1903400" cy="67334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7080004" y="5753102"/>
            <a:ext cx="2323187" cy="1102645"/>
            <a:chOff x="0" y="-29703"/>
            <a:chExt cx="611868" cy="29040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11868" cy="233259"/>
            </a:xfrm>
            <a:custGeom>
              <a:avLst/>
              <a:gdLst/>
              <a:ahLst/>
              <a:cxnLst/>
              <a:rect l="l" t="t" r="r" b="b"/>
              <a:pathLst>
                <a:path w="611868" h="233259">
                  <a:moveTo>
                    <a:pt x="56652" y="0"/>
                  </a:moveTo>
                  <a:lnTo>
                    <a:pt x="555217" y="0"/>
                  </a:lnTo>
                  <a:cubicBezTo>
                    <a:pt x="586504" y="0"/>
                    <a:pt x="611868" y="25364"/>
                    <a:pt x="611868" y="56652"/>
                  </a:cubicBezTo>
                  <a:lnTo>
                    <a:pt x="611868" y="176607"/>
                  </a:lnTo>
                  <a:cubicBezTo>
                    <a:pt x="611868" y="191632"/>
                    <a:pt x="605900" y="206041"/>
                    <a:pt x="595275" y="216666"/>
                  </a:cubicBezTo>
                  <a:cubicBezTo>
                    <a:pt x="584651" y="227290"/>
                    <a:pt x="570242" y="233259"/>
                    <a:pt x="555217" y="233259"/>
                  </a:cubicBezTo>
                  <a:lnTo>
                    <a:pt x="56652" y="233259"/>
                  </a:lnTo>
                  <a:cubicBezTo>
                    <a:pt x="25364" y="233259"/>
                    <a:pt x="0" y="207895"/>
                    <a:pt x="0" y="176607"/>
                  </a:cubicBezTo>
                  <a:lnTo>
                    <a:pt x="0" y="56652"/>
                  </a:lnTo>
                  <a:cubicBezTo>
                    <a:pt x="0" y="41627"/>
                    <a:pt x="5969" y="27217"/>
                    <a:pt x="16593" y="16593"/>
                  </a:cubicBezTo>
                  <a:cubicBezTo>
                    <a:pt x="27217" y="5969"/>
                    <a:pt x="41627" y="0"/>
                    <a:pt x="56652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9703"/>
              <a:ext cx="611868" cy="2904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Nghe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phát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âm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như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bản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xứ</a:t>
              </a:r>
              <a:endParaRPr lang="en-US" sz="18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15" name="AutoShape 15"/>
          <p:cNvSpPr/>
          <p:nvPr/>
        </p:nvSpPr>
        <p:spPr>
          <a:xfrm flipH="1" flipV="1">
            <a:off x="8294869" y="3583913"/>
            <a:ext cx="2406968" cy="4403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6720881" y="3086100"/>
            <a:ext cx="2323187" cy="1102645"/>
            <a:chOff x="0" y="-43459"/>
            <a:chExt cx="611868" cy="29040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11868" cy="233259"/>
            </a:xfrm>
            <a:custGeom>
              <a:avLst/>
              <a:gdLst/>
              <a:ahLst/>
              <a:cxnLst/>
              <a:rect l="l" t="t" r="r" b="b"/>
              <a:pathLst>
                <a:path w="611868" h="233259">
                  <a:moveTo>
                    <a:pt x="56652" y="0"/>
                  </a:moveTo>
                  <a:lnTo>
                    <a:pt x="555217" y="0"/>
                  </a:lnTo>
                  <a:cubicBezTo>
                    <a:pt x="586504" y="0"/>
                    <a:pt x="611868" y="25364"/>
                    <a:pt x="611868" y="56652"/>
                  </a:cubicBezTo>
                  <a:lnTo>
                    <a:pt x="611868" y="176607"/>
                  </a:lnTo>
                  <a:cubicBezTo>
                    <a:pt x="611868" y="191632"/>
                    <a:pt x="605900" y="206041"/>
                    <a:pt x="595275" y="216666"/>
                  </a:cubicBezTo>
                  <a:cubicBezTo>
                    <a:pt x="584651" y="227290"/>
                    <a:pt x="570242" y="233259"/>
                    <a:pt x="555217" y="233259"/>
                  </a:cubicBezTo>
                  <a:lnTo>
                    <a:pt x="56652" y="233259"/>
                  </a:lnTo>
                  <a:cubicBezTo>
                    <a:pt x="25364" y="233259"/>
                    <a:pt x="0" y="207895"/>
                    <a:pt x="0" y="176607"/>
                  </a:cubicBezTo>
                  <a:lnTo>
                    <a:pt x="0" y="56652"/>
                  </a:lnTo>
                  <a:cubicBezTo>
                    <a:pt x="0" y="41627"/>
                    <a:pt x="5969" y="27217"/>
                    <a:pt x="16593" y="16593"/>
                  </a:cubicBezTo>
                  <a:cubicBezTo>
                    <a:pt x="27217" y="5969"/>
                    <a:pt x="41627" y="0"/>
                    <a:pt x="56652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3459"/>
              <a:ext cx="611868" cy="2904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0"/>
                </a:lnSpc>
              </a:pP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Ấn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để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trộn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thẻ</a:t>
              </a:r>
              <a:endParaRPr lang="en-US" sz="18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19" name="AutoShape 19"/>
          <p:cNvSpPr/>
          <p:nvPr/>
        </p:nvSpPr>
        <p:spPr>
          <a:xfrm flipH="1" flipV="1">
            <a:off x="13159891" y="3436814"/>
            <a:ext cx="2646076" cy="4428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15805968" y="3314699"/>
            <a:ext cx="2029795" cy="1102645"/>
            <a:chOff x="0" y="-32162"/>
            <a:chExt cx="534596" cy="29040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34596" cy="233259"/>
            </a:xfrm>
            <a:custGeom>
              <a:avLst/>
              <a:gdLst/>
              <a:ahLst/>
              <a:cxnLst/>
              <a:rect l="l" t="t" r="r" b="b"/>
              <a:pathLst>
                <a:path w="534596" h="233259">
                  <a:moveTo>
                    <a:pt x="64840" y="0"/>
                  </a:moveTo>
                  <a:lnTo>
                    <a:pt x="469756" y="0"/>
                  </a:lnTo>
                  <a:cubicBezTo>
                    <a:pt x="505566" y="0"/>
                    <a:pt x="534596" y="29030"/>
                    <a:pt x="534596" y="64840"/>
                  </a:cubicBezTo>
                  <a:lnTo>
                    <a:pt x="534596" y="168418"/>
                  </a:lnTo>
                  <a:cubicBezTo>
                    <a:pt x="534596" y="185615"/>
                    <a:pt x="527765" y="202107"/>
                    <a:pt x="515605" y="214267"/>
                  </a:cubicBezTo>
                  <a:cubicBezTo>
                    <a:pt x="503445" y="226427"/>
                    <a:pt x="486952" y="233259"/>
                    <a:pt x="469756" y="233259"/>
                  </a:cubicBezTo>
                  <a:lnTo>
                    <a:pt x="64840" y="233259"/>
                  </a:lnTo>
                  <a:cubicBezTo>
                    <a:pt x="29030" y="233259"/>
                    <a:pt x="0" y="204229"/>
                    <a:pt x="0" y="168418"/>
                  </a:cubicBezTo>
                  <a:lnTo>
                    <a:pt x="0" y="64840"/>
                  </a:lnTo>
                  <a:cubicBezTo>
                    <a:pt x="0" y="29030"/>
                    <a:pt x="29030" y="0"/>
                    <a:pt x="64840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2162"/>
              <a:ext cx="534596" cy="2904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0"/>
                </a:lnSpc>
              </a:pP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Tự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động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chạy</a:t>
              </a:r>
              <a:endParaRPr lang="en-US" sz="18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23" name="AutoShape 23"/>
          <p:cNvSpPr/>
          <p:nvPr/>
        </p:nvSpPr>
        <p:spPr>
          <a:xfrm flipH="1" flipV="1">
            <a:off x="13159891" y="4026740"/>
            <a:ext cx="2211691" cy="11167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15314432" y="4574256"/>
            <a:ext cx="2029795" cy="1102645"/>
            <a:chOff x="0" y="-33295"/>
            <a:chExt cx="534596" cy="29040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34596" cy="233259"/>
            </a:xfrm>
            <a:custGeom>
              <a:avLst/>
              <a:gdLst/>
              <a:ahLst/>
              <a:cxnLst/>
              <a:rect l="l" t="t" r="r" b="b"/>
              <a:pathLst>
                <a:path w="534596" h="233259">
                  <a:moveTo>
                    <a:pt x="64840" y="0"/>
                  </a:moveTo>
                  <a:lnTo>
                    <a:pt x="469756" y="0"/>
                  </a:lnTo>
                  <a:cubicBezTo>
                    <a:pt x="505566" y="0"/>
                    <a:pt x="534596" y="29030"/>
                    <a:pt x="534596" y="64840"/>
                  </a:cubicBezTo>
                  <a:lnTo>
                    <a:pt x="534596" y="168418"/>
                  </a:lnTo>
                  <a:cubicBezTo>
                    <a:pt x="534596" y="185615"/>
                    <a:pt x="527765" y="202107"/>
                    <a:pt x="515605" y="214267"/>
                  </a:cubicBezTo>
                  <a:cubicBezTo>
                    <a:pt x="503445" y="226427"/>
                    <a:pt x="486952" y="233259"/>
                    <a:pt x="469756" y="233259"/>
                  </a:cubicBezTo>
                  <a:lnTo>
                    <a:pt x="64840" y="233259"/>
                  </a:lnTo>
                  <a:cubicBezTo>
                    <a:pt x="29030" y="233259"/>
                    <a:pt x="0" y="204229"/>
                    <a:pt x="0" y="168418"/>
                  </a:cubicBezTo>
                  <a:lnTo>
                    <a:pt x="0" y="64840"/>
                  </a:lnTo>
                  <a:cubicBezTo>
                    <a:pt x="0" y="29030"/>
                    <a:pt x="29030" y="0"/>
                    <a:pt x="64840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3295"/>
              <a:ext cx="534596" cy="2904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Lưu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vào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từ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điển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riêng</a:t>
              </a:r>
              <a:endParaRPr lang="en-US" sz="18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27" name="AutoShape 27"/>
          <p:cNvSpPr/>
          <p:nvPr/>
        </p:nvSpPr>
        <p:spPr>
          <a:xfrm flipH="1" flipV="1">
            <a:off x="13160703" y="7471308"/>
            <a:ext cx="2210879" cy="190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8" name="Group 28"/>
          <p:cNvGrpSpPr/>
          <p:nvPr/>
        </p:nvGrpSpPr>
        <p:grpSpPr>
          <a:xfrm>
            <a:off x="15371582" y="6860254"/>
            <a:ext cx="2029795" cy="1102645"/>
            <a:chOff x="0" y="-34587"/>
            <a:chExt cx="534596" cy="29040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34596" cy="233259"/>
            </a:xfrm>
            <a:custGeom>
              <a:avLst/>
              <a:gdLst/>
              <a:ahLst/>
              <a:cxnLst/>
              <a:rect l="l" t="t" r="r" b="b"/>
              <a:pathLst>
                <a:path w="534596" h="233259">
                  <a:moveTo>
                    <a:pt x="64840" y="0"/>
                  </a:moveTo>
                  <a:lnTo>
                    <a:pt x="469756" y="0"/>
                  </a:lnTo>
                  <a:cubicBezTo>
                    <a:pt x="505566" y="0"/>
                    <a:pt x="534596" y="29030"/>
                    <a:pt x="534596" y="64840"/>
                  </a:cubicBezTo>
                  <a:lnTo>
                    <a:pt x="534596" y="168418"/>
                  </a:lnTo>
                  <a:cubicBezTo>
                    <a:pt x="534596" y="185615"/>
                    <a:pt x="527765" y="202107"/>
                    <a:pt x="515605" y="214267"/>
                  </a:cubicBezTo>
                  <a:cubicBezTo>
                    <a:pt x="503445" y="226427"/>
                    <a:pt x="486952" y="233259"/>
                    <a:pt x="469756" y="233259"/>
                  </a:cubicBezTo>
                  <a:lnTo>
                    <a:pt x="64840" y="233259"/>
                  </a:lnTo>
                  <a:cubicBezTo>
                    <a:pt x="29030" y="233259"/>
                    <a:pt x="0" y="204229"/>
                    <a:pt x="0" y="168418"/>
                  </a:cubicBezTo>
                  <a:lnTo>
                    <a:pt x="0" y="64840"/>
                  </a:lnTo>
                  <a:cubicBezTo>
                    <a:pt x="0" y="29030"/>
                    <a:pt x="29030" y="0"/>
                    <a:pt x="64840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4587"/>
              <a:ext cx="534596" cy="2904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0"/>
                </a:lnSpc>
              </a:pP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Chuyển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thẻ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mới</a:t>
              </a:r>
              <a:endParaRPr lang="en-US" sz="18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31" name="AutoShape 31"/>
          <p:cNvSpPr/>
          <p:nvPr/>
        </p:nvSpPr>
        <p:spPr>
          <a:xfrm>
            <a:off x="1492791" y="6394802"/>
            <a:ext cx="1417074" cy="10813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2" name="Group 32"/>
          <p:cNvGrpSpPr/>
          <p:nvPr/>
        </p:nvGrpSpPr>
        <p:grpSpPr>
          <a:xfrm>
            <a:off x="473650" y="5381075"/>
            <a:ext cx="2038282" cy="1134025"/>
            <a:chOff x="0" y="-20079"/>
            <a:chExt cx="536832" cy="29867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36832" cy="264471"/>
            </a:xfrm>
            <a:custGeom>
              <a:avLst/>
              <a:gdLst/>
              <a:ahLst/>
              <a:cxnLst/>
              <a:rect l="l" t="t" r="r" b="b"/>
              <a:pathLst>
                <a:path w="536832" h="264471">
                  <a:moveTo>
                    <a:pt x="64570" y="0"/>
                  </a:moveTo>
                  <a:lnTo>
                    <a:pt x="472261" y="0"/>
                  </a:lnTo>
                  <a:cubicBezTo>
                    <a:pt x="507922" y="0"/>
                    <a:pt x="536832" y="28909"/>
                    <a:pt x="536832" y="64570"/>
                  </a:cubicBezTo>
                  <a:lnTo>
                    <a:pt x="536832" y="199901"/>
                  </a:lnTo>
                  <a:cubicBezTo>
                    <a:pt x="536832" y="217026"/>
                    <a:pt x="530029" y="233450"/>
                    <a:pt x="517919" y="245559"/>
                  </a:cubicBezTo>
                  <a:cubicBezTo>
                    <a:pt x="505810" y="257668"/>
                    <a:pt x="489386" y="264471"/>
                    <a:pt x="472261" y="264471"/>
                  </a:cubicBezTo>
                  <a:lnTo>
                    <a:pt x="64570" y="264471"/>
                  </a:lnTo>
                  <a:cubicBezTo>
                    <a:pt x="28909" y="264471"/>
                    <a:pt x="0" y="235562"/>
                    <a:pt x="0" y="199901"/>
                  </a:cubicBezTo>
                  <a:lnTo>
                    <a:pt x="0" y="64570"/>
                  </a:lnTo>
                  <a:cubicBezTo>
                    <a:pt x="0" y="28909"/>
                    <a:pt x="28909" y="0"/>
                    <a:pt x="64570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20079"/>
              <a:ext cx="536832" cy="2986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Quay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lại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thẻ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trước</a:t>
              </a:r>
              <a:endParaRPr lang="en-US" sz="18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35" name="Freeform 35"/>
          <p:cNvSpPr/>
          <p:nvPr/>
        </p:nvSpPr>
        <p:spPr>
          <a:xfrm>
            <a:off x="14738674" y="596037"/>
            <a:ext cx="3549326" cy="3038475"/>
          </a:xfrm>
          <a:custGeom>
            <a:avLst/>
            <a:gdLst/>
            <a:ahLst/>
            <a:cxnLst/>
            <a:rect l="l" t="t" r="r" b="b"/>
            <a:pathLst>
              <a:path w="3549326" h="3038475">
                <a:moveTo>
                  <a:pt x="0" y="0"/>
                </a:moveTo>
                <a:lnTo>
                  <a:pt x="3549326" y="0"/>
                </a:lnTo>
                <a:lnTo>
                  <a:pt x="3549326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6812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696" b="-769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6720881" y="7048502"/>
            <a:ext cx="2323187" cy="1138810"/>
            <a:chOff x="0" y="-51502"/>
            <a:chExt cx="611868" cy="2999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1868" cy="233259"/>
            </a:xfrm>
            <a:custGeom>
              <a:avLst/>
              <a:gdLst/>
              <a:ahLst/>
              <a:cxnLst/>
              <a:rect l="l" t="t" r="r" b="b"/>
              <a:pathLst>
                <a:path w="611868" h="233259">
                  <a:moveTo>
                    <a:pt x="56652" y="0"/>
                  </a:moveTo>
                  <a:lnTo>
                    <a:pt x="555217" y="0"/>
                  </a:lnTo>
                  <a:cubicBezTo>
                    <a:pt x="586504" y="0"/>
                    <a:pt x="611868" y="25364"/>
                    <a:pt x="611868" y="56652"/>
                  </a:cubicBezTo>
                  <a:lnTo>
                    <a:pt x="611868" y="176607"/>
                  </a:lnTo>
                  <a:cubicBezTo>
                    <a:pt x="611868" y="191632"/>
                    <a:pt x="605900" y="206041"/>
                    <a:pt x="595275" y="216666"/>
                  </a:cubicBezTo>
                  <a:cubicBezTo>
                    <a:pt x="584651" y="227290"/>
                    <a:pt x="570242" y="233259"/>
                    <a:pt x="555217" y="233259"/>
                  </a:cubicBezTo>
                  <a:lnTo>
                    <a:pt x="56652" y="233259"/>
                  </a:lnTo>
                  <a:cubicBezTo>
                    <a:pt x="25364" y="233259"/>
                    <a:pt x="0" y="207895"/>
                    <a:pt x="0" y="176607"/>
                  </a:cubicBezTo>
                  <a:lnTo>
                    <a:pt x="0" y="56652"/>
                  </a:lnTo>
                  <a:cubicBezTo>
                    <a:pt x="0" y="41627"/>
                    <a:pt x="5969" y="27217"/>
                    <a:pt x="16593" y="16593"/>
                  </a:cubicBezTo>
                  <a:cubicBezTo>
                    <a:pt x="27217" y="5969"/>
                    <a:pt x="41627" y="0"/>
                    <a:pt x="56652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1502"/>
              <a:ext cx="611868" cy="299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Về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trang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chủ</a:t>
              </a:r>
              <a:endParaRPr lang="en-US" sz="17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26953" y="4838701"/>
            <a:ext cx="1919772" cy="1138810"/>
            <a:chOff x="0" y="-39783"/>
            <a:chExt cx="505619" cy="2999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5619" cy="233259"/>
            </a:xfrm>
            <a:custGeom>
              <a:avLst/>
              <a:gdLst/>
              <a:ahLst/>
              <a:cxnLst/>
              <a:rect l="l" t="t" r="r" b="b"/>
              <a:pathLst>
                <a:path w="505619" h="233259">
                  <a:moveTo>
                    <a:pt x="68556" y="0"/>
                  </a:moveTo>
                  <a:lnTo>
                    <a:pt x="437063" y="0"/>
                  </a:lnTo>
                  <a:cubicBezTo>
                    <a:pt x="455245" y="0"/>
                    <a:pt x="472683" y="7223"/>
                    <a:pt x="485539" y="20080"/>
                  </a:cubicBezTo>
                  <a:cubicBezTo>
                    <a:pt x="498396" y="32937"/>
                    <a:pt x="505619" y="50374"/>
                    <a:pt x="505619" y="68556"/>
                  </a:cubicBezTo>
                  <a:lnTo>
                    <a:pt x="505619" y="164702"/>
                  </a:lnTo>
                  <a:cubicBezTo>
                    <a:pt x="505619" y="182885"/>
                    <a:pt x="498396" y="200322"/>
                    <a:pt x="485539" y="213179"/>
                  </a:cubicBezTo>
                  <a:cubicBezTo>
                    <a:pt x="472683" y="226036"/>
                    <a:pt x="455245" y="233259"/>
                    <a:pt x="437063" y="233259"/>
                  </a:cubicBezTo>
                  <a:lnTo>
                    <a:pt x="68556" y="233259"/>
                  </a:lnTo>
                  <a:cubicBezTo>
                    <a:pt x="50374" y="233259"/>
                    <a:pt x="32937" y="226036"/>
                    <a:pt x="20080" y="213179"/>
                  </a:cubicBezTo>
                  <a:cubicBezTo>
                    <a:pt x="7223" y="200322"/>
                    <a:pt x="0" y="182885"/>
                    <a:pt x="0" y="164702"/>
                  </a:cubicBezTo>
                  <a:lnTo>
                    <a:pt x="0" y="68556"/>
                  </a:lnTo>
                  <a:cubicBezTo>
                    <a:pt x="0" y="50374"/>
                    <a:pt x="7223" y="32937"/>
                    <a:pt x="20080" y="20080"/>
                  </a:cubicBezTo>
                  <a:cubicBezTo>
                    <a:pt x="32937" y="7223"/>
                    <a:pt x="50374" y="0"/>
                    <a:pt x="68556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9783"/>
              <a:ext cx="505619" cy="299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Làm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bài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Test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2594626" y="2635160"/>
            <a:ext cx="3171815" cy="6985144"/>
          </a:xfrm>
          <a:custGeom>
            <a:avLst/>
            <a:gdLst/>
            <a:ahLst/>
            <a:cxnLst/>
            <a:rect l="l" t="t" r="r" b="b"/>
            <a:pathLst>
              <a:path w="3171815" h="6985144">
                <a:moveTo>
                  <a:pt x="0" y="0"/>
                </a:moveTo>
                <a:lnTo>
                  <a:pt x="3171815" y="0"/>
                </a:lnTo>
                <a:lnTo>
                  <a:pt x="3171815" y="6985144"/>
                </a:lnTo>
                <a:lnTo>
                  <a:pt x="0" y="69851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98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 flipH="1" flipV="1">
            <a:off x="5040146" y="7178611"/>
            <a:ext cx="1680735" cy="50826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 flipH="1">
            <a:off x="5205179" y="6145691"/>
            <a:ext cx="2066609" cy="6153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6159867" y="5067301"/>
            <a:ext cx="2323187" cy="1138810"/>
            <a:chOff x="0" y="-50762"/>
            <a:chExt cx="611868" cy="29993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11868" cy="233259"/>
            </a:xfrm>
            <a:custGeom>
              <a:avLst/>
              <a:gdLst/>
              <a:ahLst/>
              <a:cxnLst/>
              <a:rect l="l" t="t" r="r" b="b"/>
              <a:pathLst>
                <a:path w="611868" h="233259">
                  <a:moveTo>
                    <a:pt x="56652" y="0"/>
                  </a:moveTo>
                  <a:lnTo>
                    <a:pt x="555217" y="0"/>
                  </a:lnTo>
                  <a:cubicBezTo>
                    <a:pt x="586504" y="0"/>
                    <a:pt x="611868" y="25364"/>
                    <a:pt x="611868" y="56652"/>
                  </a:cubicBezTo>
                  <a:lnTo>
                    <a:pt x="611868" y="176607"/>
                  </a:lnTo>
                  <a:cubicBezTo>
                    <a:pt x="611868" y="191632"/>
                    <a:pt x="605900" y="206041"/>
                    <a:pt x="595275" y="216666"/>
                  </a:cubicBezTo>
                  <a:cubicBezTo>
                    <a:pt x="584651" y="227290"/>
                    <a:pt x="570242" y="233259"/>
                    <a:pt x="555217" y="233259"/>
                  </a:cubicBezTo>
                  <a:lnTo>
                    <a:pt x="56652" y="233259"/>
                  </a:lnTo>
                  <a:cubicBezTo>
                    <a:pt x="25364" y="233259"/>
                    <a:pt x="0" y="207895"/>
                    <a:pt x="0" y="176607"/>
                  </a:cubicBezTo>
                  <a:lnTo>
                    <a:pt x="0" y="56652"/>
                  </a:lnTo>
                  <a:cubicBezTo>
                    <a:pt x="0" y="41627"/>
                    <a:pt x="5969" y="27217"/>
                    <a:pt x="16593" y="16593"/>
                  </a:cubicBezTo>
                  <a:cubicBezTo>
                    <a:pt x="27217" y="5969"/>
                    <a:pt x="41627" y="0"/>
                    <a:pt x="56652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0762"/>
              <a:ext cx="611868" cy="299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Học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lại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từ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đầu</a:t>
              </a:r>
              <a:endParaRPr lang="en-US" sz="17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15" name="AutoShape 15"/>
          <p:cNvSpPr/>
          <p:nvPr/>
        </p:nvSpPr>
        <p:spPr>
          <a:xfrm>
            <a:off x="1286839" y="5875406"/>
            <a:ext cx="1845604" cy="4428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1110993" y="2635160"/>
            <a:ext cx="3187509" cy="6985144"/>
          </a:xfrm>
          <a:custGeom>
            <a:avLst/>
            <a:gdLst/>
            <a:ahLst/>
            <a:cxnLst/>
            <a:rect l="l" t="t" r="r" b="b"/>
            <a:pathLst>
              <a:path w="3187509" h="6985144">
                <a:moveTo>
                  <a:pt x="0" y="0"/>
                </a:moveTo>
                <a:lnTo>
                  <a:pt x="3187509" y="0"/>
                </a:lnTo>
                <a:lnTo>
                  <a:pt x="3187509" y="6985144"/>
                </a:lnTo>
                <a:lnTo>
                  <a:pt x="0" y="69851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10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 flipH="1">
            <a:off x="14035481" y="6761060"/>
            <a:ext cx="2062226" cy="9258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>
            <a:off x="9492404" y="3520814"/>
            <a:ext cx="1992105" cy="2695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8358316" y="2476500"/>
            <a:ext cx="2268176" cy="1138810"/>
            <a:chOff x="0" y="-41787"/>
            <a:chExt cx="597380" cy="29993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97380" cy="233259"/>
            </a:xfrm>
            <a:custGeom>
              <a:avLst/>
              <a:gdLst/>
              <a:ahLst/>
              <a:cxnLst/>
              <a:rect l="l" t="t" r="r" b="b"/>
              <a:pathLst>
                <a:path w="597380" h="233259">
                  <a:moveTo>
                    <a:pt x="58026" y="0"/>
                  </a:moveTo>
                  <a:lnTo>
                    <a:pt x="539354" y="0"/>
                  </a:lnTo>
                  <a:cubicBezTo>
                    <a:pt x="554743" y="0"/>
                    <a:pt x="569502" y="6113"/>
                    <a:pt x="580384" y="16995"/>
                  </a:cubicBezTo>
                  <a:cubicBezTo>
                    <a:pt x="591266" y="27877"/>
                    <a:pt x="597380" y="42636"/>
                    <a:pt x="597380" y="58026"/>
                  </a:cubicBezTo>
                  <a:lnTo>
                    <a:pt x="597380" y="175233"/>
                  </a:lnTo>
                  <a:cubicBezTo>
                    <a:pt x="597380" y="207280"/>
                    <a:pt x="571401" y="233259"/>
                    <a:pt x="539354" y="233259"/>
                  </a:cubicBezTo>
                  <a:lnTo>
                    <a:pt x="58026" y="233259"/>
                  </a:lnTo>
                  <a:cubicBezTo>
                    <a:pt x="25979" y="233259"/>
                    <a:pt x="0" y="207280"/>
                    <a:pt x="0" y="175233"/>
                  </a:cubicBezTo>
                  <a:lnTo>
                    <a:pt x="0" y="58026"/>
                  </a:lnTo>
                  <a:cubicBezTo>
                    <a:pt x="0" y="25979"/>
                    <a:pt x="25979" y="0"/>
                    <a:pt x="58026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1787"/>
              <a:ext cx="597380" cy="299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Điểm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cộng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khi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trả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lời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đúng</a:t>
              </a:r>
              <a:endParaRPr lang="en-US" sz="17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14738674" y="596037"/>
            <a:ext cx="3549326" cy="3038475"/>
          </a:xfrm>
          <a:custGeom>
            <a:avLst/>
            <a:gdLst/>
            <a:ahLst/>
            <a:cxnLst/>
            <a:rect l="l" t="t" r="r" b="b"/>
            <a:pathLst>
              <a:path w="3549326" h="3038475">
                <a:moveTo>
                  <a:pt x="0" y="0"/>
                </a:moveTo>
                <a:lnTo>
                  <a:pt x="3549326" y="0"/>
                </a:lnTo>
                <a:lnTo>
                  <a:pt x="3549326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681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5242953" y="3383357"/>
            <a:ext cx="3045047" cy="3520286"/>
          </a:xfrm>
          <a:custGeom>
            <a:avLst/>
            <a:gdLst/>
            <a:ahLst/>
            <a:cxnLst/>
            <a:rect l="l" t="t" r="r" b="b"/>
            <a:pathLst>
              <a:path w="3045047" h="3520286">
                <a:moveTo>
                  <a:pt x="0" y="0"/>
                </a:moveTo>
                <a:lnTo>
                  <a:pt x="3045047" y="0"/>
                </a:lnTo>
                <a:lnTo>
                  <a:pt x="3045047" y="3520286"/>
                </a:lnTo>
                <a:lnTo>
                  <a:pt x="0" y="35202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14936113" y="5676902"/>
            <a:ext cx="2323187" cy="1138810"/>
            <a:chOff x="0" y="-52281"/>
            <a:chExt cx="611868" cy="29993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11868" cy="233259"/>
            </a:xfrm>
            <a:custGeom>
              <a:avLst/>
              <a:gdLst/>
              <a:ahLst/>
              <a:cxnLst/>
              <a:rect l="l" t="t" r="r" b="b"/>
              <a:pathLst>
                <a:path w="611868" h="233259">
                  <a:moveTo>
                    <a:pt x="56652" y="0"/>
                  </a:moveTo>
                  <a:lnTo>
                    <a:pt x="555217" y="0"/>
                  </a:lnTo>
                  <a:cubicBezTo>
                    <a:pt x="586504" y="0"/>
                    <a:pt x="611868" y="25364"/>
                    <a:pt x="611868" y="56652"/>
                  </a:cubicBezTo>
                  <a:lnTo>
                    <a:pt x="611868" y="176607"/>
                  </a:lnTo>
                  <a:cubicBezTo>
                    <a:pt x="611868" y="191632"/>
                    <a:pt x="605900" y="206041"/>
                    <a:pt x="595275" y="216666"/>
                  </a:cubicBezTo>
                  <a:cubicBezTo>
                    <a:pt x="584651" y="227290"/>
                    <a:pt x="570242" y="233259"/>
                    <a:pt x="555217" y="233259"/>
                  </a:cubicBezTo>
                  <a:lnTo>
                    <a:pt x="56652" y="233259"/>
                  </a:lnTo>
                  <a:cubicBezTo>
                    <a:pt x="25364" y="233259"/>
                    <a:pt x="0" y="207895"/>
                    <a:pt x="0" y="176607"/>
                  </a:cubicBezTo>
                  <a:lnTo>
                    <a:pt x="0" y="56652"/>
                  </a:lnTo>
                  <a:cubicBezTo>
                    <a:pt x="0" y="41627"/>
                    <a:pt x="5969" y="27217"/>
                    <a:pt x="16593" y="16593"/>
                  </a:cubicBezTo>
                  <a:cubicBezTo>
                    <a:pt x="27217" y="5969"/>
                    <a:pt x="41627" y="0"/>
                    <a:pt x="56652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2281"/>
              <a:ext cx="611868" cy="299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Chọn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đáp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án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đúng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và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qua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câu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tiếp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theo</a:t>
              </a:r>
              <a:endParaRPr lang="en-US" sz="17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27" name="Freeform 27"/>
          <p:cNvSpPr/>
          <p:nvPr/>
        </p:nvSpPr>
        <p:spPr>
          <a:xfrm>
            <a:off x="7668667" y="1925550"/>
            <a:ext cx="2409825" cy="219075"/>
          </a:xfrm>
          <a:custGeom>
            <a:avLst/>
            <a:gdLst/>
            <a:ahLst/>
            <a:cxnLst/>
            <a:rect l="l" t="t" r="r" b="b"/>
            <a:pathLst>
              <a:path w="2409825" h="219075">
                <a:moveTo>
                  <a:pt x="0" y="0"/>
                </a:moveTo>
                <a:lnTo>
                  <a:pt x="2409825" y="0"/>
                </a:lnTo>
                <a:lnTo>
                  <a:pt x="2409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0" y="1114425"/>
            <a:ext cx="18288000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6000" b="1" dirty="0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GIAO DIỆN BÀI TRẮC NGHIỆM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696" b="-769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364779" y="7353302"/>
            <a:ext cx="2323187" cy="1138810"/>
            <a:chOff x="0" y="-40201"/>
            <a:chExt cx="611868" cy="2999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1868" cy="233259"/>
            </a:xfrm>
            <a:custGeom>
              <a:avLst/>
              <a:gdLst/>
              <a:ahLst/>
              <a:cxnLst/>
              <a:rect l="l" t="t" r="r" b="b"/>
              <a:pathLst>
                <a:path w="611868" h="233259">
                  <a:moveTo>
                    <a:pt x="56652" y="0"/>
                  </a:moveTo>
                  <a:lnTo>
                    <a:pt x="555217" y="0"/>
                  </a:lnTo>
                  <a:cubicBezTo>
                    <a:pt x="586504" y="0"/>
                    <a:pt x="611868" y="25364"/>
                    <a:pt x="611868" y="56652"/>
                  </a:cubicBezTo>
                  <a:lnTo>
                    <a:pt x="611868" y="176607"/>
                  </a:lnTo>
                  <a:cubicBezTo>
                    <a:pt x="611868" y="191632"/>
                    <a:pt x="605900" y="206041"/>
                    <a:pt x="595275" y="216666"/>
                  </a:cubicBezTo>
                  <a:cubicBezTo>
                    <a:pt x="584651" y="227290"/>
                    <a:pt x="570242" y="233259"/>
                    <a:pt x="555217" y="233259"/>
                  </a:cubicBezTo>
                  <a:lnTo>
                    <a:pt x="56652" y="233259"/>
                  </a:lnTo>
                  <a:cubicBezTo>
                    <a:pt x="25364" y="233259"/>
                    <a:pt x="0" y="207895"/>
                    <a:pt x="0" y="176607"/>
                  </a:cubicBezTo>
                  <a:lnTo>
                    <a:pt x="0" y="56652"/>
                  </a:lnTo>
                  <a:cubicBezTo>
                    <a:pt x="0" y="41627"/>
                    <a:pt x="5969" y="27217"/>
                    <a:pt x="16593" y="16593"/>
                  </a:cubicBezTo>
                  <a:cubicBezTo>
                    <a:pt x="27217" y="5969"/>
                    <a:pt x="41627" y="0"/>
                    <a:pt x="56652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0201"/>
              <a:ext cx="611868" cy="299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Làm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lại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hoặc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trở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về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trang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chủ</a:t>
              </a:r>
              <a:endParaRPr lang="en-US" sz="17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69152" y="3009902"/>
            <a:ext cx="1919772" cy="1138810"/>
            <a:chOff x="0" y="-46909"/>
            <a:chExt cx="505619" cy="2999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05619" cy="233259"/>
            </a:xfrm>
            <a:custGeom>
              <a:avLst/>
              <a:gdLst/>
              <a:ahLst/>
              <a:cxnLst/>
              <a:rect l="l" t="t" r="r" b="b"/>
              <a:pathLst>
                <a:path w="505619" h="233259">
                  <a:moveTo>
                    <a:pt x="68556" y="0"/>
                  </a:moveTo>
                  <a:lnTo>
                    <a:pt x="437063" y="0"/>
                  </a:lnTo>
                  <a:cubicBezTo>
                    <a:pt x="455245" y="0"/>
                    <a:pt x="472683" y="7223"/>
                    <a:pt x="485539" y="20080"/>
                  </a:cubicBezTo>
                  <a:cubicBezTo>
                    <a:pt x="498396" y="32937"/>
                    <a:pt x="505619" y="50374"/>
                    <a:pt x="505619" y="68556"/>
                  </a:cubicBezTo>
                  <a:lnTo>
                    <a:pt x="505619" y="164702"/>
                  </a:lnTo>
                  <a:cubicBezTo>
                    <a:pt x="505619" y="182885"/>
                    <a:pt x="498396" y="200322"/>
                    <a:pt x="485539" y="213179"/>
                  </a:cubicBezTo>
                  <a:cubicBezTo>
                    <a:pt x="472683" y="226036"/>
                    <a:pt x="455245" y="233259"/>
                    <a:pt x="437063" y="233259"/>
                  </a:cubicBezTo>
                  <a:lnTo>
                    <a:pt x="68556" y="233259"/>
                  </a:lnTo>
                  <a:cubicBezTo>
                    <a:pt x="50374" y="233259"/>
                    <a:pt x="32937" y="226036"/>
                    <a:pt x="20080" y="213179"/>
                  </a:cubicBezTo>
                  <a:cubicBezTo>
                    <a:pt x="7223" y="200322"/>
                    <a:pt x="0" y="182885"/>
                    <a:pt x="0" y="164702"/>
                  </a:cubicBezTo>
                  <a:lnTo>
                    <a:pt x="0" y="68556"/>
                  </a:lnTo>
                  <a:cubicBezTo>
                    <a:pt x="0" y="50374"/>
                    <a:pt x="7223" y="32937"/>
                    <a:pt x="20080" y="20080"/>
                  </a:cubicBezTo>
                  <a:cubicBezTo>
                    <a:pt x="32937" y="7223"/>
                    <a:pt x="50374" y="0"/>
                    <a:pt x="68556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6909"/>
              <a:ext cx="505619" cy="299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Tổng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điểm</a:t>
              </a:r>
              <a:endParaRPr lang="en-US" sz="17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>
            <a:off x="2728003" y="2429726"/>
            <a:ext cx="3297581" cy="7190578"/>
          </a:xfrm>
          <a:custGeom>
            <a:avLst/>
            <a:gdLst/>
            <a:ahLst/>
            <a:cxnLst/>
            <a:rect l="l" t="t" r="r" b="b"/>
            <a:pathLst>
              <a:path w="3297581" h="7190578">
                <a:moveTo>
                  <a:pt x="0" y="0"/>
                </a:moveTo>
                <a:lnTo>
                  <a:pt x="3297581" y="0"/>
                </a:lnTo>
                <a:lnTo>
                  <a:pt x="3297581" y="7190578"/>
                </a:lnTo>
                <a:lnTo>
                  <a:pt x="0" y="71905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13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 flipH="1" flipV="1">
            <a:off x="5425224" y="7948767"/>
            <a:ext cx="193955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6159867" y="5143500"/>
            <a:ext cx="2323187" cy="1138810"/>
            <a:chOff x="0" y="-30693"/>
            <a:chExt cx="611868" cy="29993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11868" cy="233259"/>
            </a:xfrm>
            <a:custGeom>
              <a:avLst/>
              <a:gdLst/>
              <a:ahLst/>
              <a:cxnLst/>
              <a:rect l="l" t="t" r="r" b="b"/>
              <a:pathLst>
                <a:path w="611868" h="233259">
                  <a:moveTo>
                    <a:pt x="56652" y="0"/>
                  </a:moveTo>
                  <a:lnTo>
                    <a:pt x="555217" y="0"/>
                  </a:lnTo>
                  <a:cubicBezTo>
                    <a:pt x="586504" y="0"/>
                    <a:pt x="611868" y="25364"/>
                    <a:pt x="611868" y="56652"/>
                  </a:cubicBezTo>
                  <a:lnTo>
                    <a:pt x="611868" y="176607"/>
                  </a:lnTo>
                  <a:cubicBezTo>
                    <a:pt x="611868" y="191632"/>
                    <a:pt x="605900" y="206041"/>
                    <a:pt x="595275" y="216666"/>
                  </a:cubicBezTo>
                  <a:cubicBezTo>
                    <a:pt x="584651" y="227290"/>
                    <a:pt x="570242" y="233259"/>
                    <a:pt x="555217" y="233259"/>
                  </a:cubicBezTo>
                  <a:lnTo>
                    <a:pt x="56652" y="233259"/>
                  </a:lnTo>
                  <a:cubicBezTo>
                    <a:pt x="25364" y="233259"/>
                    <a:pt x="0" y="207895"/>
                    <a:pt x="0" y="176607"/>
                  </a:cubicBezTo>
                  <a:lnTo>
                    <a:pt x="0" y="56652"/>
                  </a:lnTo>
                  <a:cubicBezTo>
                    <a:pt x="0" y="41627"/>
                    <a:pt x="5969" y="27217"/>
                    <a:pt x="16593" y="16593"/>
                  </a:cubicBezTo>
                  <a:cubicBezTo>
                    <a:pt x="27217" y="5969"/>
                    <a:pt x="41627" y="0"/>
                    <a:pt x="56652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0693"/>
              <a:ext cx="611868" cy="299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Có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thể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học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lại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từ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chọn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sai</a:t>
              </a:r>
              <a:endParaRPr lang="en-US" sz="17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14" name="AutoShape 14"/>
          <p:cNvSpPr/>
          <p:nvPr/>
        </p:nvSpPr>
        <p:spPr>
          <a:xfrm flipH="1">
            <a:off x="5425224" y="6145691"/>
            <a:ext cx="1846564" cy="10983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1429038" y="4073663"/>
            <a:ext cx="2099775" cy="3461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5425224" y="7948767"/>
            <a:ext cx="734643" cy="442827"/>
          </a:xfrm>
          <a:custGeom>
            <a:avLst/>
            <a:gdLst/>
            <a:ahLst/>
            <a:cxnLst/>
            <a:rect l="l" t="t" r="r" b="b"/>
            <a:pathLst>
              <a:path w="734643" h="442827">
                <a:moveTo>
                  <a:pt x="0" y="442827"/>
                </a:moveTo>
                <a:quadBezTo>
                  <a:pt x="367321" y="221414"/>
                  <a:pt x="734643" y="0"/>
                </a:quadBez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1573917" y="2429726"/>
            <a:ext cx="3297581" cy="7190578"/>
          </a:xfrm>
          <a:custGeom>
            <a:avLst/>
            <a:gdLst/>
            <a:ahLst/>
            <a:cxnLst/>
            <a:rect l="l" t="t" r="r" b="b"/>
            <a:pathLst>
              <a:path w="3297581" h="7190578">
                <a:moveTo>
                  <a:pt x="0" y="0"/>
                </a:moveTo>
                <a:lnTo>
                  <a:pt x="3297581" y="0"/>
                </a:lnTo>
                <a:lnTo>
                  <a:pt x="3297581" y="7190578"/>
                </a:lnTo>
                <a:lnTo>
                  <a:pt x="0" y="71905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13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 flipH="1">
            <a:off x="14452757" y="3870670"/>
            <a:ext cx="1846564" cy="10983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5137728" y="3162301"/>
            <a:ext cx="2323187" cy="942849"/>
            <a:chOff x="0" y="-24240"/>
            <a:chExt cx="611868" cy="29993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11868" cy="233259"/>
            </a:xfrm>
            <a:custGeom>
              <a:avLst/>
              <a:gdLst/>
              <a:ahLst/>
              <a:cxnLst/>
              <a:rect l="l" t="t" r="r" b="b"/>
              <a:pathLst>
                <a:path w="611868" h="233259">
                  <a:moveTo>
                    <a:pt x="56652" y="0"/>
                  </a:moveTo>
                  <a:lnTo>
                    <a:pt x="555217" y="0"/>
                  </a:lnTo>
                  <a:cubicBezTo>
                    <a:pt x="586504" y="0"/>
                    <a:pt x="611868" y="25364"/>
                    <a:pt x="611868" y="56652"/>
                  </a:cubicBezTo>
                  <a:lnTo>
                    <a:pt x="611868" y="176607"/>
                  </a:lnTo>
                  <a:cubicBezTo>
                    <a:pt x="611868" y="191632"/>
                    <a:pt x="605900" y="206041"/>
                    <a:pt x="595275" y="216666"/>
                  </a:cubicBezTo>
                  <a:cubicBezTo>
                    <a:pt x="584651" y="227290"/>
                    <a:pt x="570242" y="233259"/>
                    <a:pt x="555217" y="233259"/>
                  </a:cubicBezTo>
                  <a:lnTo>
                    <a:pt x="56652" y="233259"/>
                  </a:lnTo>
                  <a:cubicBezTo>
                    <a:pt x="25364" y="233259"/>
                    <a:pt x="0" y="207895"/>
                    <a:pt x="0" y="176607"/>
                  </a:cubicBezTo>
                  <a:lnTo>
                    <a:pt x="0" y="56652"/>
                  </a:lnTo>
                  <a:cubicBezTo>
                    <a:pt x="0" y="41627"/>
                    <a:pt x="5969" y="27217"/>
                    <a:pt x="16593" y="16593"/>
                  </a:cubicBezTo>
                  <a:cubicBezTo>
                    <a:pt x="27217" y="5969"/>
                    <a:pt x="41627" y="0"/>
                    <a:pt x="56652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24240"/>
              <a:ext cx="611868" cy="299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Xem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số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câu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làm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đúng</a:t>
              </a:r>
              <a:endParaRPr lang="en-US" sz="17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22" name="AutoShape 22"/>
          <p:cNvSpPr/>
          <p:nvPr/>
        </p:nvSpPr>
        <p:spPr>
          <a:xfrm flipH="1">
            <a:off x="14453080" y="5224618"/>
            <a:ext cx="96638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3" name="Group 23"/>
          <p:cNvGrpSpPr/>
          <p:nvPr/>
        </p:nvGrpSpPr>
        <p:grpSpPr>
          <a:xfrm>
            <a:off x="15419467" y="4610099"/>
            <a:ext cx="2323187" cy="1066799"/>
            <a:chOff x="0" y="-46323"/>
            <a:chExt cx="611868" cy="29993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11868" cy="233259"/>
            </a:xfrm>
            <a:custGeom>
              <a:avLst/>
              <a:gdLst/>
              <a:ahLst/>
              <a:cxnLst/>
              <a:rect l="l" t="t" r="r" b="b"/>
              <a:pathLst>
                <a:path w="611868" h="233259">
                  <a:moveTo>
                    <a:pt x="56652" y="0"/>
                  </a:moveTo>
                  <a:lnTo>
                    <a:pt x="555217" y="0"/>
                  </a:lnTo>
                  <a:cubicBezTo>
                    <a:pt x="586504" y="0"/>
                    <a:pt x="611868" y="25364"/>
                    <a:pt x="611868" y="56652"/>
                  </a:cubicBezTo>
                  <a:lnTo>
                    <a:pt x="611868" y="176607"/>
                  </a:lnTo>
                  <a:cubicBezTo>
                    <a:pt x="611868" y="191632"/>
                    <a:pt x="605900" y="206041"/>
                    <a:pt x="595275" y="216666"/>
                  </a:cubicBezTo>
                  <a:cubicBezTo>
                    <a:pt x="584651" y="227290"/>
                    <a:pt x="570242" y="233259"/>
                    <a:pt x="555217" y="233259"/>
                  </a:cubicBezTo>
                  <a:lnTo>
                    <a:pt x="56652" y="233259"/>
                  </a:lnTo>
                  <a:cubicBezTo>
                    <a:pt x="25364" y="233259"/>
                    <a:pt x="0" y="207895"/>
                    <a:pt x="0" y="176607"/>
                  </a:cubicBezTo>
                  <a:lnTo>
                    <a:pt x="0" y="56652"/>
                  </a:lnTo>
                  <a:cubicBezTo>
                    <a:pt x="0" y="41627"/>
                    <a:pt x="5969" y="27217"/>
                    <a:pt x="16593" y="16593"/>
                  </a:cubicBezTo>
                  <a:cubicBezTo>
                    <a:pt x="27217" y="5969"/>
                    <a:pt x="41627" y="0"/>
                    <a:pt x="56652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6323"/>
              <a:ext cx="611868" cy="299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Chuỗi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đúng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dài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nhất</a:t>
              </a:r>
              <a:endParaRPr lang="en-US" sz="17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26" name="AutoShape 26"/>
          <p:cNvSpPr/>
          <p:nvPr/>
        </p:nvSpPr>
        <p:spPr>
          <a:xfrm flipH="1" flipV="1">
            <a:off x="10077111" y="4959317"/>
            <a:ext cx="1863546" cy="5277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7" name="Group 27"/>
          <p:cNvGrpSpPr/>
          <p:nvPr/>
        </p:nvGrpSpPr>
        <p:grpSpPr>
          <a:xfrm>
            <a:off x="8915518" y="3924301"/>
            <a:ext cx="2323187" cy="1138810"/>
            <a:chOff x="0" y="-39338"/>
            <a:chExt cx="611868" cy="29993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11868" cy="233259"/>
            </a:xfrm>
            <a:custGeom>
              <a:avLst/>
              <a:gdLst/>
              <a:ahLst/>
              <a:cxnLst/>
              <a:rect l="l" t="t" r="r" b="b"/>
              <a:pathLst>
                <a:path w="611868" h="233259">
                  <a:moveTo>
                    <a:pt x="56652" y="0"/>
                  </a:moveTo>
                  <a:lnTo>
                    <a:pt x="555217" y="0"/>
                  </a:lnTo>
                  <a:cubicBezTo>
                    <a:pt x="586504" y="0"/>
                    <a:pt x="611868" y="25364"/>
                    <a:pt x="611868" y="56652"/>
                  </a:cubicBezTo>
                  <a:lnTo>
                    <a:pt x="611868" y="176607"/>
                  </a:lnTo>
                  <a:cubicBezTo>
                    <a:pt x="611868" y="191632"/>
                    <a:pt x="605900" y="206041"/>
                    <a:pt x="595275" y="216666"/>
                  </a:cubicBezTo>
                  <a:cubicBezTo>
                    <a:pt x="584651" y="227290"/>
                    <a:pt x="570242" y="233259"/>
                    <a:pt x="555217" y="233259"/>
                  </a:cubicBezTo>
                  <a:lnTo>
                    <a:pt x="56652" y="233259"/>
                  </a:lnTo>
                  <a:cubicBezTo>
                    <a:pt x="25364" y="233259"/>
                    <a:pt x="0" y="207895"/>
                    <a:pt x="0" y="176607"/>
                  </a:cubicBezTo>
                  <a:lnTo>
                    <a:pt x="0" y="56652"/>
                  </a:lnTo>
                  <a:cubicBezTo>
                    <a:pt x="0" y="41627"/>
                    <a:pt x="5969" y="27217"/>
                    <a:pt x="16593" y="16593"/>
                  </a:cubicBezTo>
                  <a:cubicBezTo>
                    <a:pt x="27217" y="5969"/>
                    <a:pt x="41627" y="0"/>
                    <a:pt x="56652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9338"/>
              <a:ext cx="611868" cy="299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Điểm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trung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bình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1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câu</a:t>
              </a:r>
              <a:endParaRPr lang="en-US" sz="17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30" name="Freeform 30"/>
          <p:cNvSpPr/>
          <p:nvPr/>
        </p:nvSpPr>
        <p:spPr>
          <a:xfrm>
            <a:off x="14738674" y="515849"/>
            <a:ext cx="3549326" cy="3038475"/>
          </a:xfrm>
          <a:custGeom>
            <a:avLst/>
            <a:gdLst/>
            <a:ahLst/>
            <a:cxnLst/>
            <a:rect l="l" t="t" r="r" b="b"/>
            <a:pathLst>
              <a:path w="3549326" h="3038475">
                <a:moveTo>
                  <a:pt x="0" y="0"/>
                </a:moveTo>
                <a:lnTo>
                  <a:pt x="3549326" y="0"/>
                </a:lnTo>
                <a:lnTo>
                  <a:pt x="3549326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681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7668667" y="1925550"/>
            <a:ext cx="2409825" cy="219075"/>
          </a:xfrm>
          <a:custGeom>
            <a:avLst/>
            <a:gdLst/>
            <a:ahLst/>
            <a:cxnLst/>
            <a:rect l="l" t="t" r="r" b="b"/>
            <a:pathLst>
              <a:path w="2409825" h="219075">
                <a:moveTo>
                  <a:pt x="0" y="0"/>
                </a:moveTo>
                <a:lnTo>
                  <a:pt x="2409825" y="0"/>
                </a:lnTo>
                <a:lnTo>
                  <a:pt x="2409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0" y="1114425"/>
            <a:ext cx="18288000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6000" b="1" dirty="0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GIAO DIỆN BÀI TRẮC NGHIỆM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696" b="-76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278142" y="1994521"/>
            <a:ext cx="2409825" cy="219075"/>
          </a:xfrm>
          <a:custGeom>
            <a:avLst/>
            <a:gdLst/>
            <a:ahLst/>
            <a:cxnLst/>
            <a:rect l="l" t="t" r="r" b="b"/>
            <a:pathLst>
              <a:path w="2409825" h="219075">
                <a:moveTo>
                  <a:pt x="0" y="0"/>
                </a:moveTo>
                <a:lnTo>
                  <a:pt x="2409825" y="0"/>
                </a:lnTo>
                <a:lnTo>
                  <a:pt x="2409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326965" y="3314701"/>
            <a:ext cx="1919772" cy="1138810"/>
            <a:chOff x="0" y="-40138"/>
            <a:chExt cx="505619" cy="2999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05619" cy="233259"/>
            </a:xfrm>
            <a:custGeom>
              <a:avLst/>
              <a:gdLst/>
              <a:ahLst/>
              <a:cxnLst/>
              <a:rect l="l" t="t" r="r" b="b"/>
              <a:pathLst>
                <a:path w="505619" h="233259">
                  <a:moveTo>
                    <a:pt x="68556" y="0"/>
                  </a:moveTo>
                  <a:lnTo>
                    <a:pt x="437063" y="0"/>
                  </a:lnTo>
                  <a:cubicBezTo>
                    <a:pt x="455245" y="0"/>
                    <a:pt x="472683" y="7223"/>
                    <a:pt x="485539" y="20080"/>
                  </a:cubicBezTo>
                  <a:cubicBezTo>
                    <a:pt x="498396" y="32937"/>
                    <a:pt x="505619" y="50374"/>
                    <a:pt x="505619" y="68556"/>
                  </a:cubicBezTo>
                  <a:lnTo>
                    <a:pt x="505619" y="164702"/>
                  </a:lnTo>
                  <a:cubicBezTo>
                    <a:pt x="505619" y="182885"/>
                    <a:pt x="498396" y="200322"/>
                    <a:pt x="485539" y="213179"/>
                  </a:cubicBezTo>
                  <a:cubicBezTo>
                    <a:pt x="472683" y="226036"/>
                    <a:pt x="455245" y="233259"/>
                    <a:pt x="437063" y="233259"/>
                  </a:cubicBezTo>
                  <a:lnTo>
                    <a:pt x="68556" y="233259"/>
                  </a:lnTo>
                  <a:cubicBezTo>
                    <a:pt x="50374" y="233259"/>
                    <a:pt x="32937" y="226036"/>
                    <a:pt x="20080" y="213179"/>
                  </a:cubicBezTo>
                  <a:cubicBezTo>
                    <a:pt x="7223" y="200322"/>
                    <a:pt x="0" y="182885"/>
                    <a:pt x="0" y="164702"/>
                  </a:cubicBezTo>
                  <a:lnTo>
                    <a:pt x="0" y="68556"/>
                  </a:lnTo>
                  <a:cubicBezTo>
                    <a:pt x="0" y="50374"/>
                    <a:pt x="7223" y="32937"/>
                    <a:pt x="20080" y="20080"/>
                  </a:cubicBezTo>
                  <a:cubicBezTo>
                    <a:pt x="32937" y="7223"/>
                    <a:pt x="50374" y="0"/>
                    <a:pt x="68556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0138"/>
              <a:ext cx="505619" cy="299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Tạo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bộ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thẻ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riêng</a:t>
              </a:r>
              <a:endParaRPr lang="en-US" sz="17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0" y="1160131"/>
            <a:ext cx="18288000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6000" b="1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CHỨC NĂNG TẠO BỘ THẺ RIÊNG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481161" y="3924299"/>
            <a:ext cx="2323187" cy="1138810"/>
            <a:chOff x="0" y="-42350"/>
            <a:chExt cx="611868" cy="29993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11868" cy="233259"/>
            </a:xfrm>
            <a:custGeom>
              <a:avLst/>
              <a:gdLst/>
              <a:ahLst/>
              <a:cxnLst/>
              <a:rect l="l" t="t" r="r" b="b"/>
              <a:pathLst>
                <a:path w="611868" h="233259">
                  <a:moveTo>
                    <a:pt x="56652" y="0"/>
                  </a:moveTo>
                  <a:lnTo>
                    <a:pt x="555217" y="0"/>
                  </a:lnTo>
                  <a:cubicBezTo>
                    <a:pt x="586504" y="0"/>
                    <a:pt x="611868" y="25364"/>
                    <a:pt x="611868" y="56652"/>
                  </a:cubicBezTo>
                  <a:lnTo>
                    <a:pt x="611868" y="176607"/>
                  </a:lnTo>
                  <a:cubicBezTo>
                    <a:pt x="611868" y="191632"/>
                    <a:pt x="605900" y="206041"/>
                    <a:pt x="595275" y="216666"/>
                  </a:cubicBezTo>
                  <a:cubicBezTo>
                    <a:pt x="584651" y="227290"/>
                    <a:pt x="570242" y="233259"/>
                    <a:pt x="555217" y="233259"/>
                  </a:cubicBezTo>
                  <a:lnTo>
                    <a:pt x="56652" y="233259"/>
                  </a:lnTo>
                  <a:cubicBezTo>
                    <a:pt x="25364" y="233259"/>
                    <a:pt x="0" y="207895"/>
                    <a:pt x="0" y="176607"/>
                  </a:cubicBezTo>
                  <a:lnTo>
                    <a:pt x="0" y="56652"/>
                  </a:lnTo>
                  <a:cubicBezTo>
                    <a:pt x="0" y="41627"/>
                    <a:pt x="5969" y="27217"/>
                    <a:pt x="16593" y="16593"/>
                  </a:cubicBezTo>
                  <a:cubicBezTo>
                    <a:pt x="27217" y="5969"/>
                    <a:pt x="41627" y="0"/>
                    <a:pt x="56652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2350"/>
              <a:ext cx="611868" cy="299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Mô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tả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(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nếu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cần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)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14738674" y="596037"/>
            <a:ext cx="3549326" cy="3038475"/>
          </a:xfrm>
          <a:custGeom>
            <a:avLst/>
            <a:gdLst/>
            <a:ahLst/>
            <a:cxnLst/>
            <a:rect l="l" t="t" r="r" b="b"/>
            <a:pathLst>
              <a:path w="3549326" h="3038475">
                <a:moveTo>
                  <a:pt x="0" y="0"/>
                </a:moveTo>
                <a:lnTo>
                  <a:pt x="3549326" y="0"/>
                </a:lnTo>
                <a:lnTo>
                  <a:pt x="3549326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681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2580112" y="2594596"/>
            <a:ext cx="3246379" cy="7025707"/>
          </a:xfrm>
          <a:custGeom>
            <a:avLst/>
            <a:gdLst/>
            <a:ahLst/>
            <a:cxnLst/>
            <a:rect l="l" t="t" r="r" b="b"/>
            <a:pathLst>
              <a:path w="3246379" h="7025707">
                <a:moveTo>
                  <a:pt x="0" y="0"/>
                </a:moveTo>
                <a:lnTo>
                  <a:pt x="3246380" y="0"/>
                </a:lnTo>
                <a:lnTo>
                  <a:pt x="3246380" y="7025708"/>
                </a:lnTo>
                <a:lnTo>
                  <a:pt x="0" y="70257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3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1286851" y="4313497"/>
            <a:ext cx="1621961" cy="117354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7481161" y="2705099"/>
            <a:ext cx="2323187" cy="1138810"/>
            <a:chOff x="0" y="-40502"/>
            <a:chExt cx="611868" cy="29993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11868" cy="233259"/>
            </a:xfrm>
            <a:custGeom>
              <a:avLst/>
              <a:gdLst/>
              <a:ahLst/>
              <a:cxnLst/>
              <a:rect l="l" t="t" r="r" b="b"/>
              <a:pathLst>
                <a:path w="611868" h="233259">
                  <a:moveTo>
                    <a:pt x="56652" y="0"/>
                  </a:moveTo>
                  <a:lnTo>
                    <a:pt x="555217" y="0"/>
                  </a:lnTo>
                  <a:cubicBezTo>
                    <a:pt x="586504" y="0"/>
                    <a:pt x="611868" y="25364"/>
                    <a:pt x="611868" y="56652"/>
                  </a:cubicBezTo>
                  <a:lnTo>
                    <a:pt x="611868" y="176607"/>
                  </a:lnTo>
                  <a:cubicBezTo>
                    <a:pt x="611868" y="191632"/>
                    <a:pt x="605900" y="206041"/>
                    <a:pt x="595275" y="216666"/>
                  </a:cubicBezTo>
                  <a:cubicBezTo>
                    <a:pt x="584651" y="227290"/>
                    <a:pt x="570242" y="233259"/>
                    <a:pt x="555217" y="233259"/>
                  </a:cubicBezTo>
                  <a:lnTo>
                    <a:pt x="56652" y="233259"/>
                  </a:lnTo>
                  <a:cubicBezTo>
                    <a:pt x="25364" y="233259"/>
                    <a:pt x="0" y="207895"/>
                    <a:pt x="0" y="176607"/>
                  </a:cubicBezTo>
                  <a:lnTo>
                    <a:pt x="0" y="56652"/>
                  </a:lnTo>
                  <a:cubicBezTo>
                    <a:pt x="0" y="41627"/>
                    <a:pt x="5969" y="27217"/>
                    <a:pt x="16593" y="16593"/>
                  </a:cubicBezTo>
                  <a:cubicBezTo>
                    <a:pt x="27217" y="5969"/>
                    <a:pt x="41627" y="0"/>
                    <a:pt x="56652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0502"/>
              <a:ext cx="611868" cy="299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Đặt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tên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cho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bộ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thẻ</a:t>
              </a:r>
              <a:endParaRPr lang="en-US" sz="17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516351" y="3619502"/>
            <a:ext cx="2323187" cy="1175142"/>
            <a:chOff x="0" y="-32930"/>
            <a:chExt cx="611868" cy="30950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11868" cy="233259"/>
            </a:xfrm>
            <a:custGeom>
              <a:avLst/>
              <a:gdLst/>
              <a:ahLst/>
              <a:cxnLst/>
              <a:rect l="l" t="t" r="r" b="b"/>
              <a:pathLst>
                <a:path w="611868" h="233259">
                  <a:moveTo>
                    <a:pt x="56652" y="0"/>
                  </a:moveTo>
                  <a:lnTo>
                    <a:pt x="555217" y="0"/>
                  </a:lnTo>
                  <a:cubicBezTo>
                    <a:pt x="586504" y="0"/>
                    <a:pt x="611868" y="25364"/>
                    <a:pt x="611868" y="56652"/>
                  </a:cubicBezTo>
                  <a:lnTo>
                    <a:pt x="611868" y="176607"/>
                  </a:lnTo>
                  <a:cubicBezTo>
                    <a:pt x="611868" y="191632"/>
                    <a:pt x="605900" y="206041"/>
                    <a:pt x="595275" y="216666"/>
                  </a:cubicBezTo>
                  <a:cubicBezTo>
                    <a:pt x="584651" y="227290"/>
                    <a:pt x="570242" y="233259"/>
                    <a:pt x="555217" y="233259"/>
                  </a:cubicBezTo>
                  <a:lnTo>
                    <a:pt x="56652" y="233259"/>
                  </a:lnTo>
                  <a:cubicBezTo>
                    <a:pt x="25364" y="233259"/>
                    <a:pt x="0" y="207895"/>
                    <a:pt x="0" y="176607"/>
                  </a:cubicBezTo>
                  <a:lnTo>
                    <a:pt x="0" y="56652"/>
                  </a:lnTo>
                  <a:cubicBezTo>
                    <a:pt x="0" y="41627"/>
                    <a:pt x="5969" y="27217"/>
                    <a:pt x="16593" y="16593"/>
                  </a:cubicBezTo>
                  <a:cubicBezTo>
                    <a:pt x="27217" y="5969"/>
                    <a:pt x="41627" y="0"/>
                    <a:pt x="56652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2930"/>
              <a:ext cx="611868" cy="309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Có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thể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chọn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icon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riêng</a:t>
              </a:r>
              <a:endParaRPr lang="en-US" sz="17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20" name="Freeform 20"/>
          <p:cNvSpPr/>
          <p:nvPr/>
        </p:nvSpPr>
        <p:spPr>
          <a:xfrm>
            <a:off x="15935464" y="7691993"/>
            <a:ext cx="2229261" cy="1928311"/>
          </a:xfrm>
          <a:custGeom>
            <a:avLst/>
            <a:gdLst/>
            <a:ahLst/>
            <a:cxnLst/>
            <a:rect l="l" t="t" r="r" b="b"/>
            <a:pathLst>
              <a:path w="2229261" h="1928311">
                <a:moveTo>
                  <a:pt x="0" y="0"/>
                </a:moveTo>
                <a:lnTo>
                  <a:pt x="2229261" y="0"/>
                </a:lnTo>
                <a:lnTo>
                  <a:pt x="2229261" y="1928311"/>
                </a:lnTo>
                <a:lnTo>
                  <a:pt x="0" y="1928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1" name="Group 21"/>
          <p:cNvGrpSpPr/>
          <p:nvPr/>
        </p:nvGrpSpPr>
        <p:grpSpPr>
          <a:xfrm>
            <a:off x="7481161" y="5219702"/>
            <a:ext cx="2323187" cy="1138810"/>
            <a:chOff x="0" y="-44813"/>
            <a:chExt cx="611868" cy="29993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11868" cy="233259"/>
            </a:xfrm>
            <a:custGeom>
              <a:avLst/>
              <a:gdLst/>
              <a:ahLst/>
              <a:cxnLst/>
              <a:rect l="l" t="t" r="r" b="b"/>
              <a:pathLst>
                <a:path w="611868" h="233259">
                  <a:moveTo>
                    <a:pt x="56652" y="0"/>
                  </a:moveTo>
                  <a:lnTo>
                    <a:pt x="555217" y="0"/>
                  </a:lnTo>
                  <a:cubicBezTo>
                    <a:pt x="586504" y="0"/>
                    <a:pt x="611868" y="25364"/>
                    <a:pt x="611868" y="56652"/>
                  </a:cubicBezTo>
                  <a:lnTo>
                    <a:pt x="611868" y="176607"/>
                  </a:lnTo>
                  <a:cubicBezTo>
                    <a:pt x="611868" y="191632"/>
                    <a:pt x="605900" y="206041"/>
                    <a:pt x="595275" y="216666"/>
                  </a:cubicBezTo>
                  <a:cubicBezTo>
                    <a:pt x="584651" y="227290"/>
                    <a:pt x="570242" y="233259"/>
                    <a:pt x="555217" y="233259"/>
                  </a:cubicBezTo>
                  <a:lnTo>
                    <a:pt x="56652" y="233259"/>
                  </a:lnTo>
                  <a:cubicBezTo>
                    <a:pt x="25364" y="233259"/>
                    <a:pt x="0" y="207895"/>
                    <a:pt x="0" y="176607"/>
                  </a:cubicBezTo>
                  <a:lnTo>
                    <a:pt x="0" y="56652"/>
                  </a:lnTo>
                  <a:cubicBezTo>
                    <a:pt x="0" y="41627"/>
                    <a:pt x="5969" y="27217"/>
                    <a:pt x="16593" y="16593"/>
                  </a:cubicBezTo>
                  <a:cubicBezTo>
                    <a:pt x="27217" y="5969"/>
                    <a:pt x="41627" y="0"/>
                    <a:pt x="56652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4813"/>
              <a:ext cx="611868" cy="299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Định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nghĩa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cấp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độ</a:t>
              </a:r>
              <a:endParaRPr lang="en-US" sz="17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24" name="Freeform 24"/>
          <p:cNvSpPr/>
          <p:nvPr/>
        </p:nvSpPr>
        <p:spPr>
          <a:xfrm>
            <a:off x="11053075" y="2594596"/>
            <a:ext cx="3129901" cy="7025707"/>
          </a:xfrm>
          <a:custGeom>
            <a:avLst/>
            <a:gdLst/>
            <a:ahLst/>
            <a:cxnLst/>
            <a:rect l="l" t="t" r="r" b="b"/>
            <a:pathLst>
              <a:path w="3129901" h="7025707">
                <a:moveTo>
                  <a:pt x="0" y="0"/>
                </a:moveTo>
                <a:lnTo>
                  <a:pt x="3129901" y="0"/>
                </a:lnTo>
                <a:lnTo>
                  <a:pt x="3129901" y="7025708"/>
                </a:lnTo>
                <a:lnTo>
                  <a:pt x="0" y="70257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AutoShape 25"/>
          <p:cNvSpPr/>
          <p:nvPr/>
        </p:nvSpPr>
        <p:spPr>
          <a:xfrm>
            <a:off x="9804348" y="5832678"/>
            <a:ext cx="15495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" name="AutoShape 26"/>
          <p:cNvSpPr/>
          <p:nvPr/>
        </p:nvSpPr>
        <p:spPr>
          <a:xfrm>
            <a:off x="9804348" y="4527924"/>
            <a:ext cx="15495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7" name="AutoShape 27"/>
          <p:cNvSpPr/>
          <p:nvPr/>
        </p:nvSpPr>
        <p:spPr>
          <a:xfrm flipH="1" flipV="1">
            <a:off x="9887436" y="3477740"/>
            <a:ext cx="1466436" cy="39293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8" name="AutoShape 28"/>
          <p:cNvSpPr/>
          <p:nvPr/>
        </p:nvSpPr>
        <p:spPr>
          <a:xfrm flipV="1">
            <a:off x="13935674" y="4610100"/>
            <a:ext cx="1549738" cy="45410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9" name="AutoShape 29"/>
          <p:cNvSpPr/>
          <p:nvPr/>
        </p:nvSpPr>
        <p:spPr>
          <a:xfrm flipV="1">
            <a:off x="13741482" y="6860463"/>
            <a:ext cx="1549738" cy="23406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0" name="Group 30"/>
          <p:cNvGrpSpPr/>
          <p:nvPr/>
        </p:nvGrpSpPr>
        <p:grpSpPr>
          <a:xfrm>
            <a:off x="15291220" y="6286499"/>
            <a:ext cx="2323187" cy="1138810"/>
            <a:chOff x="0" y="-34538"/>
            <a:chExt cx="611868" cy="29993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11868" cy="233259"/>
            </a:xfrm>
            <a:custGeom>
              <a:avLst/>
              <a:gdLst/>
              <a:ahLst/>
              <a:cxnLst/>
              <a:rect l="l" t="t" r="r" b="b"/>
              <a:pathLst>
                <a:path w="611868" h="233259">
                  <a:moveTo>
                    <a:pt x="56652" y="0"/>
                  </a:moveTo>
                  <a:lnTo>
                    <a:pt x="555217" y="0"/>
                  </a:lnTo>
                  <a:cubicBezTo>
                    <a:pt x="586504" y="0"/>
                    <a:pt x="611868" y="25364"/>
                    <a:pt x="611868" y="56652"/>
                  </a:cubicBezTo>
                  <a:lnTo>
                    <a:pt x="611868" y="176607"/>
                  </a:lnTo>
                  <a:cubicBezTo>
                    <a:pt x="611868" y="191632"/>
                    <a:pt x="605900" y="206041"/>
                    <a:pt x="595275" y="216666"/>
                  </a:cubicBezTo>
                  <a:cubicBezTo>
                    <a:pt x="584651" y="227290"/>
                    <a:pt x="570242" y="233259"/>
                    <a:pt x="555217" y="233259"/>
                  </a:cubicBezTo>
                  <a:lnTo>
                    <a:pt x="56652" y="233259"/>
                  </a:lnTo>
                  <a:cubicBezTo>
                    <a:pt x="25364" y="233259"/>
                    <a:pt x="0" y="207895"/>
                    <a:pt x="0" y="176607"/>
                  </a:cubicBezTo>
                  <a:lnTo>
                    <a:pt x="0" y="56652"/>
                  </a:lnTo>
                  <a:cubicBezTo>
                    <a:pt x="0" y="41627"/>
                    <a:pt x="5969" y="27217"/>
                    <a:pt x="16593" y="16593"/>
                  </a:cubicBezTo>
                  <a:cubicBezTo>
                    <a:pt x="27217" y="5969"/>
                    <a:pt x="41627" y="0"/>
                    <a:pt x="56652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4538"/>
              <a:ext cx="611868" cy="299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Thêm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từ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vựng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vào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bộ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thẻ</a:t>
              </a:r>
              <a:endParaRPr lang="en-US" sz="17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696" b="-76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738674" y="596037"/>
            <a:ext cx="3549326" cy="3038475"/>
          </a:xfrm>
          <a:custGeom>
            <a:avLst/>
            <a:gdLst/>
            <a:ahLst/>
            <a:cxnLst/>
            <a:rect l="l" t="t" r="r" b="b"/>
            <a:pathLst>
              <a:path w="3549326" h="3038475">
                <a:moveTo>
                  <a:pt x="0" y="0"/>
                </a:moveTo>
                <a:lnTo>
                  <a:pt x="3549326" y="0"/>
                </a:lnTo>
                <a:lnTo>
                  <a:pt x="3549326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81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5935464" y="7691993"/>
            <a:ext cx="2229261" cy="1928311"/>
          </a:xfrm>
          <a:custGeom>
            <a:avLst/>
            <a:gdLst/>
            <a:ahLst/>
            <a:cxnLst/>
            <a:rect l="l" t="t" r="r" b="b"/>
            <a:pathLst>
              <a:path w="2229261" h="1928311">
                <a:moveTo>
                  <a:pt x="0" y="0"/>
                </a:moveTo>
                <a:lnTo>
                  <a:pt x="2229261" y="0"/>
                </a:lnTo>
                <a:lnTo>
                  <a:pt x="2229261" y="1928311"/>
                </a:lnTo>
                <a:lnTo>
                  <a:pt x="0" y="1928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218345" y="3238501"/>
            <a:ext cx="1919772" cy="1138810"/>
            <a:chOff x="0" y="-49868"/>
            <a:chExt cx="505619" cy="2999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5619" cy="233259"/>
            </a:xfrm>
            <a:custGeom>
              <a:avLst/>
              <a:gdLst/>
              <a:ahLst/>
              <a:cxnLst/>
              <a:rect l="l" t="t" r="r" b="b"/>
              <a:pathLst>
                <a:path w="505619" h="233259">
                  <a:moveTo>
                    <a:pt x="68556" y="0"/>
                  </a:moveTo>
                  <a:lnTo>
                    <a:pt x="437063" y="0"/>
                  </a:lnTo>
                  <a:cubicBezTo>
                    <a:pt x="455245" y="0"/>
                    <a:pt x="472683" y="7223"/>
                    <a:pt x="485539" y="20080"/>
                  </a:cubicBezTo>
                  <a:cubicBezTo>
                    <a:pt x="498396" y="32937"/>
                    <a:pt x="505619" y="50374"/>
                    <a:pt x="505619" y="68556"/>
                  </a:cubicBezTo>
                  <a:lnTo>
                    <a:pt x="505619" y="164702"/>
                  </a:lnTo>
                  <a:cubicBezTo>
                    <a:pt x="505619" y="182885"/>
                    <a:pt x="498396" y="200322"/>
                    <a:pt x="485539" y="213179"/>
                  </a:cubicBezTo>
                  <a:cubicBezTo>
                    <a:pt x="472683" y="226036"/>
                    <a:pt x="455245" y="233259"/>
                    <a:pt x="437063" y="233259"/>
                  </a:cubicBezTo>
                  <a:lnTo>
                    <a:pt x="68556" y="233259"/>
                  </a:lnTo>
                  <a:cubicBezTo>
                    <a:pt x="50374" y="233259"/>
                    <a:pt x="32937" y="226036"/>
                    <a:pt x="20080" y="213179"/>
                  </a:cubicBezTo>
                  <a:cubicBezTo>
                    <a:pt x="7223" y="200322"/>
                    <a:pt x="0" y="182885"/>
                    <a:pt x="0" y="164702"/>
                  </a:cubicBezTo>
                  <a:lnTo>
                    <a:pt x="0" y="68556"/>
                  </a:lnTo>
                  <a:cubicBezTo>
                    <a:pt x="0" y="50374"/>
                    <a:pt x="7223" y="32937"/>
                    <a:pt x="20080" y="20080"/>
                  </a:cubicBezTo>
                  <a:cubicBezTo>
                    <a:pt x="32937" y="7223"/>
                    <a:pt x="50374" y="0"/>
                    <a:pt x="68556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9868"/>
              <a:ext cx="505619" cy="299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Bộ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thẻ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vừa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tạo</a:t>
              </a:r>
              <a:endParaRPr lang="en-US" sz="17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8" name="Freeform 8"/>
          <p:cNvSpPr/>
          <p:nvPr/>
        </p:nvSpPr>
        <p:spPr>
          <a:xfrm>
            <a:off x="3800192" y="2375706"/>
            <a:ext cx="3347594" cy="7463488"/>
          </a:xfrm>
          <a:custGeom>
            <a:avLst/>
            <a:gdLst/>
            <a:ahLst/>
            <a:cxnLst/>
            <a:rect l="l" t="t" r="r" b="b"/>
            <a:pathLst>
              <a:path w="3347594" h="7463488">
                <a:moveTo>
                  <a:pt x="0" y="0"/>
                </a:moveTo>
                <a:lnTo>
                  <a:pt x="3347594" y="0"/>
                </a:lnTo>
                <a:lnTo>
                  <a:pt x="3347594" y="7463488"/>
                </a:lnTo>
                <a:lnTo>
                  <a:pt x="0" y="74634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2178231" y="4313497"/>
            <a:ext cx="1952028" cy="15191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2571148" y="6753262"/>
            <a:ext cx="1559111" cy="530978"/>
          </a:xfrm>
          <a:custGeom>
            <a:avLst/>
            <a:gdLst/>
            <a:ahLst/>
            <a:cxnLst/>
            <a:rect l="l" t="t" r="r" b="b"/>
            <a:pathLst>
              <a:path w="1559111" h="530978">
                <a:moveTo>
                  <a:pt x="0" y="0"/>
                </a:moveTo>
                <a:lnTo>
                  <a:pt x="0" y="302378"/>
                </a:lnTo>
                <a:cubicBezTo>
                  <a:pt x="0" y="428630"/>
                  <a:pt x="102348" y="530978"/>
                  <a:pt x="228600" y="530978"/>
                </a:cubicBezTo>
                <a:lnTo>
                  <a:pt x="1559111" y="530978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2571148" y="6576595"/>
            <a:ext cx="1559111" cy="493244"/>
          </a:xfrm>
          <a:custGeom>
            <a:avLst/>
            <a:gdLst/>
            <a:ahLst/>
            <a:cxnLst/>
            <a:rect l="l" t="t" r="r" b="b"/>
            <a:pathLst>
              <a:path w="1559111" h="493244">
                <a:moveTo>
                  <a:pt x="0" y="493243"/>
                </a:moveTo>
                <a:lnTo>
                  <a:pt x="0" y="228600"/>
                </a:lnTo>
                <a:cubicBezTo>
                  <a:pt x="0" y="102348"/>
                  <a:pt x="102348" y="0"/>
                  <a:pt x="228600" y="0"/>
                </a:cubicBezTo>
                <a:lnTo>
                  <a:pt x="1559111" y="0"/>
                </a:lnTo>
              </a:path>
            </a:pathLst>
          </a:cu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2165265" y="6925294"/>
            <a:ext cx="1965170" cy="206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258458" y="6362702"/>
            <a:ext cx="1919772" cy="1138810"/>
            <a:chOff x="0" y="-31543"/>
            <a:chExt cx="505619" cy="29993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05619" cy="233259"/>
            </a:xfrm>
            <a:custGeom>
              <a:avLst/>
              <a:gdLst/>
              <a:ahLst/>
              <a:cxnLst/>
              <a:rect l="l" t="t" r="r" b="b"/>
              <a:pathLst>
                <a:path w="505619" h="233259">
                  <a:moveTo>
                    <a:pt x="68556" y="0"/>
                  </a:moveTo>
                  <a:lnTo>
                    <a:pt x="437063" y="0"/>
                  </a:lnTo>
                  <a:cubicBezTo>
                    <a:pt x="455245" y="0"/>
                    <a:pt x="472683" y="7223"/>
                    <a:pt x="485539" y="20080"/>
                  </a:cubicBezTo>
                  <a:cubicBezTo>
                    <a:pt x="498396" y="32937"/>
                    <a:pt x="505619" y="50374"/>
                    <a:pt x="505619" y="68556"/>
                  </a:cubicBezTo>
                  <a:lnTo>
                    <a:pt x="505619" y="164702"/>
                  </a:lnTo>
                  <a:cubicBezTo>
                    <a:pt x="505619" y="182885"/>
                    <a:pt x="498396" y="200322"/>
                    <a:pt x="485539" y="213179"/>
                  </a:cubicBezTo>
                  <a:cubicBezTo>
                    <a:pt x="472683" y="226036"/>
                    <a:pt x="455245" y="233259"/>
                    <a:pt x="437063" y="233259"/>
                  </a:cubicBezTo>
                  <a:lnTo>
                    <a:pt x="68556" y="233259"/>
                  </a:lnTo>
                  <a:cubicBezTo>
                    <a:pt x="50374" y="233259"/>
                    <a:pt x="32937" y="226036"/>
                    <a:pt x="20080" y="213179"/>
                  </a:cubicBezTo>
                  <a:cubicBezTo>
                    <a:pt x="7223" y="200322"/>
                    <a:pt x="0" y="182885"/>
                    <a:pt x="0" y="164702"/>
                  </a:cubicBezTo>
                  <a:lnTo>
                    <a:pt x="0" y="68556"/>
                  </a:lnTo>
                  <a:cubicBezTo>
                    <a:pt x="0" y="50374"/>
                    <a:pt x="7223" y="32937"/>
                    <a:pt x="20080" y="20080"/>
                  </a:cubicBezTo>
                  <a:cubicBezTo>
                    <a:pt x="32937" y="7223"/>
                    <a:pt x="50374" y="0"/>
                    <a:pt x="68556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1543"/>
              <a:ext cx="505619" cy="299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Có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thể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chọn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các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chức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năng</a:t>
              </a:r>
              <a:endParaRPr lang="en-US" sz="17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16" name="AutoShape 16"/>
          <p:cNvSpPr/>
          <p:nvPr/>
        </p:nvSpPr>
        <p:spPr>
          <a:xfrm>
            <a:off x="2571148" y="8227215"/>
            <a:ext cx="15495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>
            <a:off x="651376" y="7658100"/>
            <a:ext cx="1919772" cy="1138810"/>
            <a:chOff x="0" y="-33261"/>
            <a:chExt cx="505619" cy="29993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05619" cy="233259"/>
            </a:xfrm>
            <a:custGeom>
              <a:avLst/>
              <a:gdLst/>
              <a:ahLst/>
              <a:cxnLst/>
              <a:rect l="l" t="t" r="r" b="b"/>
              <a:pathLst>
                <a:path w="505619" h="233259">
                  <a:moveTo>
                    <a:pt x="68556" y="0"/>
                  </a:moveTo>
                  <a:lnTo>
                    <a:pt x="437063" y="0"/>
                  </a:lnTo>
                  <a:cubicBezTo>
                    <a:pt x="455245" y="0"/>
                    <a:pt x="472683" y="7223"/>
                    <a:pt x="485539" y="20080"/>
                  </a:cubicBezTo>
                  <a:cubicBezTo>
                    <a:pt x="498396" y="32937"/>
                    <a:pt x="505619" y="50374"/>
                    <a:pt x="505619" y="68556"/>
                  </a:cubicBezTo>
                  <a:lnTo>
                    <a:pt x="505619" y="164702"/>
                  </a:lnTo>
                  <a:cubicBezTo>
                    <a:pt x="505619" y="182885"/>
                    <a:pt x="498396" y="200322"/>
                    <a:pt x="485539" y="213179"/>
                  </a:cubicBezTo>
                  <a:cubicBezTo>
                    <a:pt x="472683" y="226036"/>
                    <a:pt x="455245" y="233259"/>
                    <a:pt x="437063" y="233259"/>
                  </a:cubicBezTo>
                  <a:lnTo>
                    <a:pt x="68556" y="233259"/>
                  </a:lnTo>
                  <a:cubicBezTo>
                    <a:pt x="50374" y="233259"/>
                    <a:pt x="32937" y="226036"/>
                    <a:pt x="20080" y="213179"/>
                  </a:cubicBezTo>
                  <a:cubicBezTo>
                    <a:pt x="7223" y="200322"/>
                    <a:pt x="0" y="182885"/>
                    <a:pt x="0" y="164702"/>
                  </a:cubicBezTo>
                  <a:lnTo>
                    <a:pt x="0" y="68556"/>
                  </a:lnTo>
                  <a:cubicBezTo>
                    <a:pt x="0" y="50374"/>
                    <a:pt x="7223" y="32937"/>
                    <a:pt x="20080" y="20080"/>
                  </a:cubicBezTo>
                  <a:cubicBezTo>
                    <a:pt x="32937" y="7223"/>
                    <a:pt x="50374" y="0"/>
                    <a:pt x="68556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3261"/>
              <a:ext cx="505619" cy="299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Phần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trăm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mục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tiêu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trong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ngày</a:t>
              </a:r>
              <a:endParaRPr lang="en-US" sz="17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5232363" y="4533899"/>
            <a:ext cx="1919772" cy="1138810"/>
            <a:chOff x="0" y="-43924"/>
            <a:chExt cx="505619" cy="29993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05619" cy="233259"/>
            </a:xfrm>
            <a:custGeom>
              <a:avLst/>
              <a:gdLst/>
              <a:ahLst/>
              <a:cxnLst/>
              <a:rect l="l" t="t" r="r" b="b"/>
              <a:pathLst>
                <a:path w="505619" h="233259">
                  <a:moveTo>
                    <a:pt x="68556" y="0"/>
                  </a:moveTo>
                  <a:lnTo>
                    <a:pt x="437063" y="0"/>
                  </a:lnTo>
                  <a:cubicBezTo>
                    <a:pt x="455245" y="0"/>
                    <a:pt x="472683" y="7223"/>
                    <a:pt x="485539" y="20080"/>
                  </a:cubicBezTo>
                  <a:cubicBezTo>
                    <a:pt x="498396" y="32937"/>
                    <a:pt x="505619" y="50374"/>
                    <a:pt x="505619" y="68556"/>
                  </a:cubicBezTo>
                  <a:lnTo>
                    <a:pt x="505619" y="164702"/>
                  </a:lnTo>
                  <a:cubicBezTo>
                    <a:pt x="505619" y="182885"/>
                    <a:pt x="498396" y="200322"/>
                    <a:pt x="485539" y="213179"/>
                  </a:cubicBezTo>
                  <a:cubicBezTo>
                    <a:pt x="472683" y="226036"/>
                    <a:pt x="455245" y="233259"/>
                    <a:pt x="437063" y="233259"/>
                  </a:cubicBezTo>
                  <a:lnTo>
                    <a:pt x="68556" y="233259"/>
                  </a:lnTo>
                  <a:cubicBezTo>
                    <a:pt x="50374" y="233259"/>
                    <a:pt x="32937" y="226036"/>
                    <a:pt x="20080" y="213179"/>
                  </a:cubicBezTo>
                  <a:cubicBezTo>
                    <a:pt x="7223" y="200322"/>
                    <a:pt x="0" y="182885"/>
                    <a:pt x="0" y="164702"/>
                  </a:cubicBezTo>
                  <a:lnTo>
                    <a:pt x="0" y="68556"/>
                  </a:lnTo>
                  <a:cubicBezTo>
                    <a:pt x="0" y="50374"/>
                    <a:pt x="7223" y="32937"/>
                    <a:pt x="20080" y="20080"/>
                  </a:cubicBezTo>
                  <a:cubicBezTo>
                    <a:pt x="32937" y="7223"/>
                    <a:pt x="50374" y="0"/>
                    <a:pt x="68556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3924"/>
              <a:ext cx="505619" cy="299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Chức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năng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ghép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từ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vựng</a:t>
              </a:r>
              <a:endParaRPr lang="en-US" sz="17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23" name="Freeform 23"/>
          <p:cNvSpPr/>
          <p:nvPr/>
        </p:nvSpPr>
        <p:spPr>
          <a:xfrm>
            <a:off x="10066087" y="2375706"/>
            <a:ext cx="3339754" cy="7463488"/>
          </a:xfrm>
          <a:custGeom>
            <a:avLst/>
            <a:gdLst/>
            <a:ahLst/>
            <a:cxnLst/>
            <a:rect l="l" t="t" r="r" b="b"/>
            <a:pathLst>
              <a:path w="3339754" h="7463488">
                <a:moveTo>
                  <a:pt x="0" y="0"/>
                </a:moveTo>
                <a:lnTo>
                  <a:pt x="3339754" y="0"/>
                </a:lnTo>
                <a:lnTo>
                  <a:pt x="3339754" y="7463488"/>
                </a:lnTo>
                <a:lnTo>
                  <a:pt x="0" y="74634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AutoShape 24"/>
          <p:cNvSpPr/>
          <p:nvPr/>
        </p:nvSpPr>
        <p:spPr>
          <a:xfrm flipV="1">
            <a:off x="13405841" y="5143500"/>
            <a:ext cx="1826521" cy="64179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7278142" y="1994521"/>
            <a:ext cx="2409825" cy="219075"/>
          </a:xfrm>
          <a:custGeom>
            <a:avLst/>
            <a:gdLst/>
            <a:ahLst/>
            <a:cxnLst/>
            <a:rect l="l" t="t" r="r" b="b"/>
            <a:pathLst>
              <a:path w="2409825" h="219075">
                <a:moveTo>
                  <a:pt x="0" y="0"/>
                </a:moveTo>
                <a:lnTo>
                  <a:pt x="2409825" y="0"/>
                </a:lnTo>
                <a:lnTo>
                  <a:pt x="2409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0" y="1160131"/>
            <a:ext cx="18288000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6000" b="1" dirty="0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GIAO DIỆN THẺ RIÊNG &amp; GHÉP TỪ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696" b="-769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1023709"/>
            <a:ext cx="18288000" cy="1129665"/>
            <a:chOff x="0" y="0"/>
            <a:chExt cx="24384000" cy="1506220"/>
          </a:xfrm>
        </p:grpSpPr>
        <p:sp>
          <p:nvSpPr>
            <p:cNvPr id="4" name="Freeform 4"/>
            <p:cNvSpPr/>
            <p:nvPr/>
          </p:nvSpPr>
          <p:spPr>
            <a:xfrm>
              <a:off x="9704189" y="1214120"/>
              <a:ext cx="3213100" cy="292100"/>
            </a:xfrm>
            <a:custGeom>
              <a:avLst/>
              <a:gdLst/>
              <a:ahLst/>
              <a:cxnLst/>
              <a:rect l="l" t="t" r="r" b="b"/>
              <a:pathLst>
                <a:path w="3213100" h="292100">
                  <a:moveTo>
                    <a:pt x="0" y="0"/>
                  </a:moveTo>
                  <a:lnTo>
                    <a:pt x="3213100" y="0"/>
                  </a:lnTo>
                  <a:lnTo>
                    <a:pt x="3213100" y="292100"/>
                  </a:lnTo>
                  <a:lnTo>
                    <a:pt x="0" y="292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76200"/>
              <a:ext cx="24384000" cy="1137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80"/>
                </a:lnSpc>
              </a:pPr>
              <a:r>
                <a:rPr lang="en-US" sz="6000" b="1" dirty="0">
                  <a:solidFill>
                    <a:srgbClr val="00005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KHÁM PHÁ KHO TỪ VỰNG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4738674" y="596037"/>
            <a:ext cx="3549326" cy="3038475"/>
          </a:xfrm>
          <a:custGeom>
            <a:avLst/>
            <a:gdLst/>
            <a:ahLst/>
            <a:cxnLst/>
            <a:rect l="l" t="t" r="r" b="b"/>
            <a:pathLst>
              <a:path w="3549326" h="3038475">
                <a:moveTo>
                  <a:pt x="0" y="0"/>
                </a:moveTo>
                <a:lnTo>
                  <a:pt x="3549326" y="0"/>
                </a:lnTo>
                <a:lnTo>
                  <a:pt x="3549326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681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935464" y="7691993"/>
            <a:ext cx="2229261" cy="1928311"/>
          </a:xfrm>
          <a:custGeom>
            <a:avLst/>
            <a:gdLst/>
            <a:ahLst/>
            <a:cxnLst/>
            <a:rect l="l" t="t" r="r" b="b"/>
            <a:pathLst>
              <a:path w="2229261" h="1928311">
                <a:moveTo>
                  <a:pt x="0" y="0"/>
                </a:moveTo>
                <a:lnTo>
                  <a:pt x="2229261" y="0"/>
                </a:lnTo>
                <a:lnTo>
                  <a:pt x="2229261" y="1928311"/>
                </a:lnTo>
                <a:lnTo>
                  <a:pt x="0" y="1928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3570946" y="2781302"/>
            <a:ext cx="1919772" cy="1138810"/>
            <a:chOff x="0" y="-42005"/>
            <a:chExt cx="505619" cy="29993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5619" cy="233259"/>
            </a:xfrm>
            <a:custGeom>
              <a:avLst/>
              <a:gdLst/>
              <a:ahLst/>
              <a:cxnLst/>
              <a:rect l="l" t="t" r="r" b="b"/>
              <a:pathLst>
                <a:path w="505619" h="233259">
                  <a:moveTo>
                    <a:pt x="68556" y="0"/>
                  </a:moveTo>
                  <a:lnTo>
                    <a:pt x="437063" y="0"/>
                  </a:lnTo>
                  <a:cubicBezTo>
                    <a:pt x="455245" y="0"/>
                    <a:pt x="472683" y="7223"/>
                    <a:pt x="485539" y="20080"/>
                  </a:cubicBezTo>
                  <a:cubicBezTo>
                    <a:pt x="498396" y="32937"/>
                    <a:pt x="505619" y="50374"/>
                    <a:pt x="505619" y="68556"/>
                  </a:cubicBezTo>
                  <a:lnTo>
                    <a:pt x="505619" y="164702"/>
                  </a:lnTo>
                  <a:cubicBezTo>
                    <a:pt x="505619" y="182885"/>
                    <a:pt x="498396" y="200322"/>
                    <a:pt x="485539" y="213179"/>
                  </a:cubicBezTo>
                  <a:cubicBezTo>
                    <a:pt x="472683" y="226036"/>
                    <a:pt x="455245" y="233259"/>
                    <a:pt x="437063" y="233259"/>
                  </a:cubicBezTo>
                  <a:lnTo>
                    <a:pt x="68556" y="233259"/>
                  </a:lnTo>
                  <a:cubicBezTo>
                    <a:pt x="50374" y="233259"/>
                    <a:pt x="32937" y="226036"/>
                    <a:pt x="20080" y="213179"/>
                  </a:cubicBezTo>
                  <a:cubicBezTo>
                    <a:pt x="7223" y="200322"/>
                    <a:pt x="0" y="182885"/>
                    <a:pt x="0" y="164702"/>
                  </a:cubicBezTo>
                  <a:lnTo>
                    <a:pt x="0" y="68556"/>
                  </a:lnTo>
                  <a:cubicBezTo>
                    <a:pt x="0" y="50374"/>
                    <a:pt x="7223" y="32937"/>
                    <a:pt x="20080" y="20080"/>
                  </a:cubicBezTo>
                  <a:cubicBezTo>
                    <a:pt x="32937" y="7223"/>
                    <a:pt x="50374" y="0"/>
                    <a:pt x="68556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2005"/>
              <a:ext cx="505619" cy="299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Tìm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kiếm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bộ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thẻ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và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chủ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đề</a:t>
              </a:r>
              <a:endParaRPr lang="en-US" sz="17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570946" y="5600699"/>
            <a:ext cx="1919772" cy="1138810"/>
            <a:chOff x="0" y="-28167"/>
            <a:chExt cx="505619" cy="29993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05619" cy="233259"/>
            </a:xfrm>
            <a:custGeom>
              <a:avLst/>
              <a:gdLst/>
              <a:ahLst/>
              <a:cxnLst/>
              <a:rect l="l" t="t" r="r" b="b"/>
              <a:pathLst>
                <a:path w="505619" h="233259">
                  <a:moveTo>
                    <a:pt x="68556" y="0"/>
                  </a:moveTo>
                  <a:lnTo>
                    <a:pt x="437063" y="0"/>
                  </a:lnTo>
                  <a:cubicBezTo>
                    <a:pt x="455245" y="0"/>
                    <a:pt x="472683" y="7223"/>
                    <a:pt x="485539" y="20080"/>
                  </a:cubicBezTo>
                  <a:cubicBezTo>
                    <a:pt x="498396" y="32937"/>
                    <a:pt x="505619" y="50374"/>
                    <a:pt x="505619" y="68556"/>
                  </a:cubicBezTo>
                  <a:lnTo>
                    <a:pt x="505619" y="164702"/>
                  </a:lnTo>
                  <a:cubicBezTo>
                    <a:pt x="505619" y="182885"/>
                    <a:pt x="498396" y="200322"/>
                    <a:pt x="485539" y="213179"/>
                  </a:cubicBezTo>
                  <a:cubicBezTo>
                    <a:pt x="472683" y="226036"/>
                    <a:pt x="455245" y="233259"/>
                    <a:pt x="437063" y="233259"/>
                  </a:cubicBezTo>
                  <a:lnTo>
                    <a:pt x="68556" y="233259"/>
                  </a:lnTo>
                  <a:cubicBezTo>
                    <a:pt x="50374" y="233259"/>
                    <a:pt x="32937" y="226036"/>
                    <a:pt x="20080" y="213179"/>
                  </a:cubicBezTo>
                  <a:cubicBezTo>
                    <a:pt x="7223" y="200322"/>
                    <a:pt x="0" y="182885"/>
                    <a:pt x="0" y="164702"/>
                  </a:cubicBezTo>
                  <a:lnTo>
                    <a:pt x="0" y="68556"/>
                  </a:lnTo>
                  <a:cubicBezTo>
                    <a:pt x="0" y="50374"/>
                    <a:pt x="7223" y="32937"/>
                    <a:pt x="20080" y="20080"/>
                  </a:cubicBezTo>
                  <a:cubicBezTo>
                    <a:pt x="32937" y="7223"/>
                    <a:pt x="50374" y="0"/>
                    <a:pt x="68556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167"/>
              <a:ext cx="505619" cy="299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Các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bộ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thẻ</a:t>
              </a:r>
              <a:endParaRPr lang="en-US" sz="17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770806" y="3619501"/>
            <a:ext cx="1919772" cy="1138810"/>
            <a:chOff x="0" y="-42290"/>
            <a:chExt cx="505619" cy="29993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05619" cy="233259"/>
            </a:xfrm>
            <a:custGeom>
              <a:avLst/>
              <a:gdLst/>
              <a:ahLst/>
              <a:cxnLst/>
              <a:rect l="l" t="t" r="r" b="b"/>
              <a:pathLst>
                <a:path w="505619" h="233259">
                  <a:moveTo>
                    <a:pt x="68556" y="0"/>
                  </a:moveTo>
                  <a:lnTo>
                    <a:pt x="437063" y="0"/>
                  </a:lnTo>
                  <a:cubicBezTo>
                    <a:pt x="455245" y="0"/>
                    <a:pt x="472683" y="7223"/>
                    <a:pt x="485539" y="20080"/>
                  </a:cubicBezTo>
                  <a:cubicBezTo>
                    <a:pt x="498396" y="32937"/>
                    <a:pt x="505619" y="50374"/>
                    <a:pt x="505619" y="68556"/>
                  </a:cubicBezTo>
                  <a:lnTo>
                    <a:pt x="505619" y="164702"/>
                  </a:lnTo>
                  <a:cubicBezTo>
                    <a:pt x="505619" y="182885"/>
                    <a:pt x="498396" y="200322"/>
                    <a:pt x="485539" y="213179"/>
                  </a:cubicBezTo>
                  <a:cubicBezTo>
                    <a:pt x="472683" y="226036"/>
                    <a:pt x="455245" y="233259"/>
                    <a:pt x="437063" y="233259"/>
                  </a:cubicBezTo>
                  <a:lnTo>
                    <a:pt x="68556" y="233259"/>
                  </a:lnTo>
                  <a:cubicBezTo>
                    <a:pt x="50374" y="233259"/>
                    <a:pt x="32937" y="226036"/>
                    <a:pt x="20080" y="213179"/>
                  </a:cubicBezTo>
                  <a:cubicBezTo>
                    <a:pt x="7223" y="200322"/>
                    <a:pt x="0" y="182885"/>
                    <a:pt x="0" y="164702"/>
                  </a:cubicBezTo>
                  <a:lnTo>
                    <a:pt x="0" y="68556"/>
                  </a:lnTo>
                  <a:cubicBezTo>
                    <a:pt x="0" y="50374"/>
                    <a:pt x="7223" y="32937"/>
                    <a:pt x="20080" y="20080"/>
                  </a:cubicBezTo>
                  <a:cubicBezTo>
                    <a:pt x="32937" y="7223"/>
                    <a:pt x="50374" y="0"/>
                    <a:pt x="68556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2290"/>
              <a:ext cx="505619" cy="299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20"/>
                </a:lnSpc>
              </a:pP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Chọn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ngôn</a:t>
              </a:r>
              <a:r>
                <a:rPr lang="en-US" sz="17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7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ngữ</a:t>
              </a:r>
              <a:endParaRPr lang="en-US" sz="17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17" name="Freeform 17"/>
          <p:cNvSpPr/>
          <p:nvPr/>
        </p:nvSpPr>
        <p:spPr>
          <a:xfrm>
            <a:off x="6960727" y="2405360"/>
            <a:ext cx="3388368" cy="7551905"/>
          </a:xfrm>
          <a:custGeom>
            <a:avLst/>
            <a:gdLst/>
            <a:ahLst/>
            <a:cxnLst/>
            <a:rect l="l" t="t" r="r" b="b"/>
            <a:pathLst>
              <a:path w="3388368" h="7551905">
                <a:moveTo>
                  <a:pt x="0" y="0"/>
                </a:moveTo>
                <a:lnTo>
                  <a:pt x="3388368" y="0"/>
                </a:lnTo>
                <a:lnTo>
                  <a:pt x="3388368" y="7551905"/>
                </a:lnTo>
                <a:lnTo>
                  <a:pt x="0" y="75519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>
            <a:off x="5490718" y="6150473"/>
            <a:ext cx="1787423" cy="1178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19"/>
          <p:cNvSpPr/>
          <p:nvPr/>
        </p:nvSpPr>
        <p:spPr>
          <a:xfrm>
            <a:off x="10173280" y="4222898"/>
            <a:ext cx="159752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20"/>
          <p:cNvSpPr/>
          <p:nvPr/>
        </p:nvSpPr>
        <p:spPr>
          <a:xfrm>
            <a:off x="5490718" y="3383617"/>
            <a:ext cx="1787423" cy="61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696" b="-76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738674" y="596037"/>
            <a:ext cx="3549326" cy="3038475"/>
          </a:xfrm>
          <a:custGeom>
            <a:avLst/>
            <a:gdLst/>
            <a:ahLst/>
            <a:cxnLst/>
            <a:rect l="l" t="t" r="r" b="b"/>
            <a:pathLst>
              <a:path w="3549326" h="3038475">
                <a:moveTo>
                  <a:pt x="0" y="0"/>
                </a:moveTo>
                <a:lnTo>
                  <a:pt x="3549326" y="0"/>
                </a:lnTo>
                <a:lnTo>
                  <a:pt x="3549326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81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870352" y="1948815"/>
            <a:ext cx="3575011" cy="7949143"/>
          </a:xfrm>
          <a:custGeom>
            <a:avLst/>
            <a:gdLst/>
            <a:ahLst/>
            <a:cxnLst/>
            <a:rect l="l" t="t" r="r" b="b"/>
            <a:pathLst>
              <a:path w="3575011" h="7949143">
                <a:moveTo>
                  <a:pt x="0" y="0"/>
                </a:moveTo>
                <a:lnTo>
                  <a:pt x="3575011" y="0"/>
                </a:lnTo>
                <a:lnTo>
                  <a:pt x="3575011" y="7949143"/>
                </a:lnTo>
                <a:lnTo>
                  <a:pt x="0" y="79491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 flipV="1">
            <a:off x="1419443" y="3136155"/>
            <a:ext cx="1670954" cy="134013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400301" y="4249437"/>
            <a:ext cx="2038282" cy="1732262"/>
            <a:chOff x="0" y="-34782"/>
            <a:chExt cx="536832" cy="45623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6832" cy="399084"/>
            </a:xfrm>
            <a:custGeom>
              <a:avLst/>
              <a:gdLst/>
              <a:ahLst/>
              <a:cxnLst/>
              <a:rect l="l" t="t" r="r" b="b"/>
              <a:pathLst>
                <a:path w="536832" h="399084">
                  <a:moveTo>
                    <a:pt x="64570" y="0"/>
                  </a:moveTo>
                  <a:lnTo>
                    <a:pt x="472261" y="0"/>
                  </a:lnTo>
                  <a:cubicBezTo>
                    <a:pt x="507922" y="0"/>
                    <a:pt x="536832" y="28909"/>
                    <a:pt x="536832" y="64570"/>
                  </a:cubicBezTo>
                  <a:lnTo>
                    <a:pt x="536832" y="334513"/>
                  </a:lnTo>
                  <a:cubicBezTo>
                    <a:pt x="536832" y="351639"/>
                    <a:pt x="530029" y="368062"/>
                    <a:pt x="517919" y="380172"/>
                  </a:cubicBezTo>
                  <a:cubicBezTo>
                    <a:pt x="505810" y="392281"/>
                    <a:pt x="489386" y="399084"/>
                    <a:pt x="472261" y="399084"/>
                  </a:cubicBezTo>
                  <a:lnTo>
                    <a:pt x="64570" y="399084"/>
                  </a:lnTo>
                  <a:cubicBezTo>
                    <a:pt x="28909" y="399084"/>
                    <a:pt x="0" y="370175"/>
                    <a:pt x="0" y="334513"/>
                  </a:cubicBezTo>
                  <a:lnTo>
                    <a:pt x="0" y="64570"/>
                  </a:lnTo>
                  <a:cubicBezTo>
                    <a:pt x="0" y="28909"/>
                    <a:pt x="28909" y="0"/>
                    <a:pt x="64570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4782"/>
              <a:ext cx="536832" cy="4562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0"/>
                </a:lnSpc>
              </a:pP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Xếp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hạng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theo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điểm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,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chuỗi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ngày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học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hoặc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số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thẻ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đã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học</a:t>
              </a:r>
              <a:endParaRPr lang="en-US" sz="18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9" name="AutoShape 9"/>
          <p:cNvSpPr/>
          <p:nvPr/>
        </p:nvSpPr>
        <p:spPr>
          <a:xfrm flipH="1">
            <a:off x="6445363" y="3395427"/>
            <a:ext cx="1412415" cy="187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7668667" y="2705099"/>
            <a:ext cx="2447816" cy="1370313"/>
            <a:chOff x="0" y="-29937"/>
            <a:chExt cx="644692" cy="3609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4692" cy="303755"/>
            </a:xfrm>
            <a:custGeom>
              <a:avLst/>
              <a:gdLst/>
              <a:ahLst/>
              <a:cxnLst/>
              <a:rect l="l" t="t" r="r" b="b"/>
              <a:pathLst>
                <a:path w="644692" h="303755">
                  <a:moveTo>
                    <a:pt x="53767" y="0"/>
                  </a:moveTo>
                  <a:lnTo>
                    <a:pt x="590925" y="0"/>
                  </a:lnTo>
                  <a:cubicBezTo>
                    <a:pt x="620620" y="0"/>
                    <a:pt x="644692" y="24072"/>
                    <a:pt x="644692" y="53767"/>
                  </a:cubicBezTo>
                  <a:lnTo>
                    <a:pt x="644692" y="249988"/>
                  </a:lnTo>
                  <a:cubicBezTo>
                    <a:pt x="644692" y="264248"/>
                    <a:pt x="639027" y="277924"/>
                    <a:pt x="628944" y="288007"/>
                  </a:cubicBezTo>
                  <a:cubicBezTo>
                    <a:pt x="618861" y="298091"/>
                    <a:pt x="605185" y="303755"/>
                    <a:pt x="590925" y="303755"/>
                  </a:cubicBezTo>
                  <a:lnTo>
                    <a:pt x="53767" y="303755"/>
                  </a:lnTo>
                  <a:cubicBezTo>
                    <a:pt x="39507" y="303755"/>
                    <a:pt x="25831" y="298091"/>
                    <a:pt x="15748" y="288007"/>
                  </a:cubicBezTo>
                  <a:cubicBezTo>
                    <a:pt x="5665" y="277924"/>
                    <a:pt x="0" y="264248"/>
                    <a:pt x="0" y="249988"/>
                  </a:cubicBezTo>
                  <a:lnTo>
                    <a:pt x="0" y="53767"/>
                  </a:lnTo>
                  <a:cubicBezTo>
                    <a:pt x="0" y="39507"/>
                    <a:pt x="5665" y="25831"/>
                    <a:pt x="15748" y="15748"/>
                  </a:cubicBezTo>
                  <a:cubicBezTo>
                    <a:pt x="25831" y="5665"/>
                    <a:pt x="39507" y="0"/>
                    <a:pt x="53767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9937"/>
              <a:ext cx="644692" cy="360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0"/>
                </a:lnSpc>
              </a:pP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Phân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loại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theo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Tuần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,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Tháng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,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Toàn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thời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gian</a:t>
              </a:r>
              <a:endParaRPr lang="en-US" sz="18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9081686" y="4584088"/>
            <a:ext cx="7030658" cy="5313870"/>
          </a:xfrm>
          <a:custGeom>
            <a:avLst/>
            <a:gdLst/>
            <a:ahLst/>
            <a:cxnLst/>
            <a:rect l="l" t="t" r="r" b="b"/>
            <a:pathLst>
              <a:path w="7030658" h="5313870">
                <a:moveTo>
                  <a:pt x="0" y="0"/>
                </a:moveTo>
                <a:lnTo>
                  <a:pt x="7030658" y="0"/>
                </a:lnTo>
                <a:lnTo>
                  <a:pt x="7030658" y="5313870"/>
                </a:lnTo>
                <a:lnTo>
                  <a:pt x="0" y="5313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14318123" y="3991136"/>
            <a:ext cx="0" cy="137577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13094216" y="2933699"/>
            <a:ext cx="2447816" cy="1223668"/>
            <a:chOff x="0" y="-40964"/>
            <a:chExt cx="644692" cy="32228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44692" cy="265133"/>
            </a:xfrm>
            <a:custGeom>
              <a:avLst/>
              <a:gdLst/>
              <a:ahLst/>
              <a:cxnLst/>
              <a:rect l="l" t="t" r="r" b="b"/>
              <a:pathLst>
                <a:path w="644692" h="265133">
                  <a:moveTo>
                    <a:pt x="53767" y="0"/>
                  </a:moveTo>
                  <a:lnTo>
                    <a:pt x="590925" y="0"/>
                  </a:lnTo>
                  <a:cubicBezTo>
                    <a:pt x="620620" y="0"/>
                    <a:pt x="644692" y="24072"/>
                    <a:pt x="644692" y="53767"/>
                  </a:cubicBezTo>
                  <a:lnTo>
                    <a:pt x="644692" y="211366"/>
                  </a:lnTo>
                  <a:cubicBezTo>
                    <a:pt x="644692" y="225626"/>
                    <a:pt x="639027" y="239301"/>
                    <a:pt x="628944" y="249385"/>
                  </a:cubicBezTo>
                  <a:cubicBezTo>
                    <a:pt x="618861" y="259468"/>
                    <a:pt x="605185" y="265133"/>
                    <a:pt x="590925" y="265133"/>
                  </a:cubicBezTo>
                  <a:lnTo>
                    <a:pt x="53767" y="265133"/>
                  </a:lnTo>
                  <a:cubicBezTo>
                    <a:pt x="39507" y="265133"/>
                    <a:pt x="25831" y="259468"/>
                    <a:pt x="15748" y="249385"/>
                  </a:cubicBezTo>
                  <a:cubicBezTo>
                    <a:pt x="5665" y="239301"/>
                    <a:pt x="0" y="225626"/>
                    <a:pt x="0" y="211366"/>
                  </a:cubicBezTo>
                  <a:lnTo>
                    <a:pt x="0" y="53767"/>
                  </a:lnTo>
                  <a:cubicBezTo>
                    <a:pt x="0" y="39507"/>
                    <a:pt x="5665" y="25831"/>
                    <a:pt x="15748" y="15748"/>
                  </a:cubicBezTo>
                  <a:cubicBezTo>
                    <a:pt x="25831" y="5665"/>
                    <a:pt x="39507" y="0"/>
                    <a:pt x="53767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0964"/>
              <a:ext cx="644692" cy="322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Hiển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thị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tên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và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avata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của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user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 flipH="1">
            <a:off x="15542031" y="8526091"/>
            <a:ext cx="916294" cy="49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16467851" y="7886701"/>
            <a:ext cx="1494289" cy="1223668"/>
            <a:chOff x="0" y="-29064"/>
            <a:chExt cx="393558" cy="32228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93558" cy="265133"/>
            </a:xfrm>
            <a:custGeom>
              <a:avLst/>
              <a:gdLst/>
              <a:ahLst/>
              <a:cxnLst/>
              <a:rect l="l" t="t" r="r" b="b"/>
              <a:pathLst>
                <a:path w="393558" h="265133">
                  <a:moveTo>
                    <a:pt x="88077" y="0"/>
                  </a:moveTo>
                  <a:lnTo>
                    <a:pt x="305481" y="0"/>
                  </a:lnTo>
                  <a:cubicBezTo>
                    <a:pt x="354124" y="0"/>
                    <a:pt x="393558" y="39433"/>
                    <a:pt x="393558" y="88077"/>
                  </a:cubicBezTo>
                  <a:lnTo>
                    <a:pt x="393558" y="177056"/>
                  </a:lnTo>
                  <a:cubicBezTo>
                    <a:pt x="393558" y="225699"/>
                    <a:pt x="354124" y="265133"/>
                    <a:pt x="305481" y="265133"/>
                  </a:cubicBezTo>
                  <a:lnTo>
                    <a:pt x="88077" y="265133"/>
                  </a:lnTo>
                  <a:cubicBezTo>
                    <a:pt x="39433" y="265133"/>
                    <a:pt x="0" y="225699"/>
                    <a:pt x="0" y="177056"/>
                  </a:cubicBezTo>
                  <a:lnTo>
                    <a:pt x="0" y="88077"/>
                  </a:lnTo>
                  <a:cubicBezTo>
                    <a:pt x="0" y="39433"/>
                    <a:pt x="39433" y="0"/>
                    <a:pt x="88077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29064"/>
              <a:ext cx="393558" cy="3222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Thành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tích</a:t>
              </a:r>
              <a:endParaRPr lang="en-US" sz="18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0" y="1023709"/>
            <a:ext cx="18288000" cy="1129665"/>
            <a:chOff x="0" y="0"/>
            <a:chExt cx="24384000" cy="1506220"/>
          </a:xfrm>
        </p:grpSpPr>
        <p:sp>
          <p:nvSpPr>
            <p:cNvPr id="23" name="Freeform 23"/>
            <p:cNvSpPr/>
            <p:nvPr/>
          </p:nvSpPr>
          <p:spPr>
            <a:xfrm>
              <a:off x="9704189" y="1214120"/>
              <a:ext cx="3213100" cy="292100"/>
            </a:xfrm>
            <a:custGeom>
              <a:avLst/>
              <a:gdLst/>
              <a:ahLst/>
              <a:cxnLst/>
              <a:rect l="l" t="t" r="r" b="b"/>
              <a:pathLst>
                <a:path w="3213100" h="292100">
                  <a:moveTo>
                    <a:pt x="0" y="0"/>
                  </a:moveTo>
                  <a:lnTo>
                    <a:pt x="3213100" y="0"/>
                  </a:lnTo>
                  <a:lnTo>
                    <a:pt x="3213100" y="292100"/>
                  </a:lnTo>
                  <a:lnTo>
                    <a:pt x="0" y="292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76200"/>
              <a:ext cx="24384000" cy="1137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480"/>
                </a:lnSpc>
              </a:pPr>
              <a:r>
                <a:rPr lang="en-US" sz="6000" b="1" dirty="0">
                  <a:solidFill>
                    <a:srgbClr val="000052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BẢNG XẾP HẠNG VÀ PROFILE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696" b="-76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668667" y="1925550"/>
            <a:ext cx="2409825" cy="219075"/>
          </a:xfrm>
          <a:custGeom>
            <a:avLst/>
            <a:gdLst/>
            <a:ahLst/>
            <a:cxnLst/>
            <a:rect l="l" t="t" r="r" b="b"/>
            <a:pathLst>
              <a:path w="2409825" h="219075">
                <a:moveTo>
                  <a:pt x="0" y="0"/>
                </a:moveTo>
                <a:lnTo>
                  <a:pt x="2409825" y="0"/>
                </a:lnTo>
                <a:lnTo>
                  <a:pt x="2409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0" y="1114425"/>
            <a:ext cx="18288000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6000" b="1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THÔNG BÁO</a:t>
            </a:r>
          </a:p>
        </p:txBody>
      </p:sp>
      <p:sp>
        <p:nvSpPr>
          <p:cNvPr id="5" name="Freeform 5"/>
          <p:cNvSpPr/>
          <p:nvPr/>
        </p:nvSpPr>
        <p:spPr>
          <a:xfrm>
            <a:off x="14738674" y="596037"/>
            <a:ext cx="3549326" cy="3038475"/>
          </a:xfrm>
          <a:custGeom>
            <a:avLst/>
            <a:gdLst/>
            <a:ahLst/>
            <a:cxnLst/>
            <a:rect l="l" t="t" r="r" b="b"/>
            <a:pathLst>
              <a:path w="3549326" h="3038475">
                <a:moveTo>
                  <a:pt x="0" y="0"/>
                </a:moveTo>
                <a:lnTo>
                  <a:pt x="3549326" y="0"/>
                </a:lnTo>
                <a:lnTo>
                  <a:pt x="3549326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681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10707" y="3246101"/>
            <a:ext cx="6467485" cy="5227731"/>
          </a:xfrm>
          <a:custGeom>
            <a:avLst/>
            <a:gdLst/>
            <a:ahLst/>
            <a:cxnLst/>
            <a:rect l="l" t="t" r="r" b="b"/>
            <a:pathLst>
              <a:path w="6467485" h="5227731">
                <a:moveTo>
                  <a:pt x="0" y="0"/>
                </a:moveTo>
                <a:lnTo>
                  <a:pt x="6467485" y="0"/>
                </a:lnTo>
                <a:lnTo>
                  <a:pt x="6467485" y="5227731"/>
                </a:lnTo>
                <a:lnTo>
                  <a:pt x="0" y="52277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0494" r="-1619" b="-4521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629301" y="3246101"/>
            <a:ext cx="6270688" cy="5227731"/>
          </a:xfrm>
          <a:custGeom>
            <a:avLst/>
            <a:gdLst/>
            <a:ahLst/>
            <a:cxnLst/>
            <a:rect l="l" t="t" r="r" b="b"/>
            <a:pathLst>
              <a:path w="6270688" h="5227731">
                <a:moveTo>
                  <a:pt x="0" y="0"/>
                </a:moveTo>
                <a:lnTo>
                  <a:pt x="6270689" y="0"/>
                </a:lnTo>
                <a:lnTo>
                  <a:pt x="6270689" y="5227731"/>
                </a:lnTo>
                <a:lnTo>
                  <a:pt x="0" y="52277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454" b="-2454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696" b="-76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939088" y="1896199"/>
            <a:ext cx="2409825" cy="219075"/>
          </a:xfrm>
          <a:custGeom>
            <a:avLst/>
            <a:gdLst/>
            <a:ahLst/>
            <a:cxnLst/>
            <a:rect l="l" t="t" r="r" b="b"/>
            <a:pathLst>
              <a:path w="2409825" h="219075">
                <a:moveTo>
                  <a:pt x="0" y="0"/>
                </a:moveTo>
                <a:lnTo>
                  <a:pt x="2409824" y="0"/>
                </a:lnTo>
                <a:lnTo>
                  <a:pt x="2409824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0" y="1114425"/>
            <a:ext cx="18288000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6000" b="1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WIDGET</a:t>
            </a:r>
          </a:p>
        </p:txBody>
      </p:sp>
      <p:sp>
        <p:nvSpPr>
          <p:cNvPr id="5" name="Freeform 5"/>
          <p:cNvSpPr/>
          <p:nvPr/>
        </p:nvSpPr>
        <p:spPr>
          <a:xfrm>
            <a:off x="14738674" y="596037"/>
            <a:ext cx="3549326" cy="3038475"/>
          </a:xfrm>
          <a:custGeom>
            <a:avLst/>
            <a:gdLst/>
            <a:ahLst/>
            <a:cxnLst/>
            <a:rect l="l" t="t" r="r" b="b"/>
            <a:pathLst>
              <a:path w="3549326" h="3038475">
                <a:moveTo>
                  <a:pt x="0" y="0"/>
                </a:moveTo>
                <a:lnTo>
                  <a:pt x="3549326" y="0"/>
                </a:lnTo>
                <a:lnTo>
                  <a:pt x="3549326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681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3290422" y="2705099"/>
            <a:ext cx="2038282" cy="1221156"/>
            <a:chOff x="0" y="-36797"/>
            <a:chExt cx="536832" cy="3216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6832" cy="264471"/>
            </a:xfrm>
            <a:custGeom>
              <a:avLst/>
              <a:gdLst/>
              <a:ahLst/>
              <a:cxnLst/>
              <a:rect l="l" t="t" r="r" b="b"/>
              <a:pathLst>
                <a:path w="536832" h="264471">
                  <a:moveTo>
                    <a:pt x="64570" y="0"/>
                  </a:moveTo>
                  <a:lnTo>
                    <a:pt x="472261" y="0"/>
                  </a:lnTo>
                  <a:cubicBezTo>
                    <a:pt x="507922" y="0"/>
                    <a:pt x="536832" y="28909"/>
                    <a:pt x="536832" y="64570"/>
                  </a:cubicBezTo>
                  <a:lnTo>
                    <a:pt x="536832" y="199901"/>
                  </a:lnTo>
                  <a:cubicBezTo>
                    <a:pt x="536832" y="217026"/>
                    <a:pt x="530029" y="233450"/>
                    <a:pt x="517919" y="245559"/>
                  </a:cubicBezTo>
                  <a:cubicBezTo>
                    <a:pt x="505810" y="257668"/>
                    <a:pt x="489386" y="264471"/>
                    <a:pt x="472261" y="264471"/>
                  </a:cubicBezTo>
                  <a:lnTo>
                    <a:pt x="64570" y="264471"/>
                  </a:lnTo>
                  <a:cubicBezTo>
                    <a:pt x="28909" y="264471"/>
                    <a:pt x="0" y="235562"/>
                    <a:pt x="0" y="199901"/>
                  </a:cubicBezTo>
                  <a:lnTo>
                    <a:pt x="0" y="64570"/>
                  </a:lnTo>
                  <a:cubicBezTo>
                    <a:pt x="0" y="28909"/>
                    <a:pt x="28909" y="0"/>
                    <a:pt x="64570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6797"/>
              <a:ext cx="536832" cy="32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Hiển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thị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từ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chưa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thuộc</a:t>
              </a:r>
              <a:endParaRPr lang="en-US" sz="18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>
            <a:off x="7476098" y="2317761"/>
            <a:ext cx="3410823" cy="7650218"/>
          </a:xfrm>
          <a:custGeom>
            <a:avLst/>
            <a:gdLst/>
            <a:ahLst/>
            <a:cxnLst/>
            <a:rect l="l" t="t" r="r" b="b"/>
            <a:pathLst>
              <a:path w="3410823" h="7650218">
                <a:moveTo>
                  <a:pt x="0" y="0"/>
                </a:moveTo>
                <a:lnTo>
                  <a:pt x="3410823" y="0"/>
                </a:lnTo>
                <a:lnTo>
                  <a:pt x="3410823" y="7650217"/>
                </a:lnTo>
                <a:lnTo>
                  <a:pt x="0" y="76502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5328704" y="3412590"/>
            <a:ext cx="2368752" cy="197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 flipV="1">
            <a:off x="5328704" y="3848976"/>
            <a:ext cx="2368752" cy="9996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3290422" y="4152900"/>
            <a:ext cx="2038282" cy="1221156"/>
            <a:chOff x="0" y="-50990"/>
            <a:chExt cx="536832" cy="32162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36832" cy="264471"/>
            </a:xfrm>
            <a:custGeom>
              <a:avLst/>
              <a:gdLst/>
              <a:ahLst/>
              <a:cxnLst/>
              <a:rect l="l" t="t" r="r" b="b"/>
              <a:pathLst>
                <a:path w="536832" h="264471">
                  <a:moveTo>
                    <a:pt x="64570" y="0"/>
                  </a:moveTo>
                  <a:lnTo>
                    <a:pt x="472261" y="0"/>
                  </a:lnTo>
                  <a:cubicBezTo>
                    <a:pt x="507922" y="0"/>
                    <a:pt x="536832" y="28909"/>
                    <a:pt x="536832" y="64570"/>
                  </a:cubicBezTo>
                  <a:lnTo>
                    <a:pt x="536832" y="199901"/>
                  </a:lnTo>
                  <a:cubicBezTo>
                    <a:pt x="536832" y="217026"/>
                    <a:pt x="530029" y="233450"/>
                    <a:pt x="517919" y="245559"/>
                  </a:cubicBezTo>
                  <a:cubicBezTo>
                    <a:pt x="505810" y="257668"/>
                    <a:pt x="489386" y="264471"/>
                    <a:pt x="472261" y="264471"/>
                  </a:cubicBezTo>
                  <a:lnTo>
                    <a:pt x="64570" y="264471"/>
                  </a:lnTo>
                  <a:cubicBezTo>
                    <a:pt x="28909" y="264471"/>
                    <a:pt x="0" y="235562"/>
                    <a:pt x="0" y="199901"/>
                  </a:cubicBezTo>
                  <a:lnTo>
                    <a:pt x="0" y="64570"/>
                  </a:lnTo>
                  <a:cubicBezTo>
                    <a:pt x="0" y="28909"/>
                    <a:pt x="28909" y="0"/>
                    <a:pt x="64570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0990"/>
              <a:ext cx="536832" cy="32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0"/>
                </a:lnSpc>
              </a:pP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Có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câu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ví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dụ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và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lật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để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xem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nghĩa</a:t>
              </a:r>
              <a:endParaRPr lang="en-US" sz="18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  <p:sp>
        <p:nvSpPr>
          <p:cNvPr id="15" name="AutoShape 15"/>
          <p:cNvSpPr/>
          <p:nvPr/>
        </p:nvSpPr>
        <p:spPr>
          <a:xfrm>
            <a:off x="9894890" y="4451277"/>
            <a:ext cx="208118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11976076" y="3848099"/>
            <a:ext cx="2038282" cy="1370313"/>
            <a:chOff x="0" y="-21609"/>
            <a:chExt cx="536832" cy="36090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36832" cy="303755"/>
            </a:xfrm>
            <a:custGeom>
              <a:avLst/>
              <a:gdLst/>
              <a:ahLst/>
              <a:cxnLst/>
              <a:rect l="l" t="t" r="r" b="b"/>
              <a:pathLst>
                <a:path w="536832" h="303755">
                  <a:moveTo>
                    <a:pt x="64570" y="0"/>
                  </a:moveTo>
                  <a:lnTo>
                    <a:pt x="472261" y="0"/>
                  </a:lnTo>
                  <a:cubicBezTo>
                    <a:pt x="507922" y="0"/>
                    <a:pt x="536832" y="28909"/>
                    <a:pt x="536832" y="64570"/>
                  </a:cubicBezTo>
                  <a:lnTo>
                    <a:pt x="536832" y="239185"/>
                  </a:lnTo>
                  <a:cubicBezTo>
                    <a:pt x="536832" y="256310"/>
                    <a:pt x="530029" y="272734"/>
                    <a:pt x="517919" y="284843"/>
                  </a:cubicBezTo>
                  <a:cubicBezTo>
                    <a:pt x="505810" y="296952"/>
                    <a:pt x="489386" y="303755"/>
                    <a:pt x="472261" y="303755"/>
                  </a:cubicBezTo>
                  <a:lnTo>
                    <a:pt x="64570" y="303755"/>
                  </a:lnTo>
                  <a:cubicBezTo>
                    <a:pt x="28909" y="303755"/>
                    <a:pt x="0" y="274846"/>
                    <a:pt x="0" y="239185"/>
                  </a:cubicBezTo>
                  <a:lnTo>
                    <a:pt x="0" y="64570"/>
                  </a:lnTo>
                  <a:cubicBezTo>
                    <a:pt x="0" y="28909"/>
                    <a:pt x="28909" y="0"/>
                    <a:pt x="64570" y="0"/>
                  </a:cubicBezTo>
                  <a:close/>
                </a:path>
              </a:pathLst>
            </a:custGeom>
            <a:solidFill>
              <a:srgbClr val="5170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1609"/>
              <a:ext cx="536832" cy="360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0"/>
                </a:lnSpc>
              </a:pP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Tự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động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đổi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hoặc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có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thể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đổi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thủ</a:t>
              </a:r>
              <a:r>
                <a:rPr lang="en-US" sz="1800" b="1" dirty="0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 </a:t>
              </a:r>
              <a:r>
                <a:rPr lang="en-US" sz="1800" b="1" dirty="0" err="1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công</a:t>
              </a:r>
              <a:endParaRPr lang="en-US" sz="1800" b="1" dirty="0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939088" y="1546559"/>
            <a:ext cx="2409825" cy="219075"/>
          </a:xfrm>
          <a:custGeom>
            <a:avLst/>
            <a:gdLst/>
            <a:ahLst/>
            <a:cxnLst/>
            <a:rect l="l" t="t" r="r" b="b"/>
            <a:pathLst>
              <a:path w="2409825" h="219075">
                <a:moveTo>
                  <a:pt x="0" y="0"/>
                </a:moveTo>
                <a:lnTo>
                  <a:pt x="2409825" y="0"/>
                </a:lnTo>
                <a:lnTo>
                  <a:pt x="2409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445235" y="2162983"/>
            <a:ext cx="8505825" cy="7687550"/>
          </a:xfrm>
          <a:custGeom>
            <a:avLst/>
            <a:gdLst/>
            <a:ahLst/>
            <a:cxnLst/>
            <a:rect l="l" t="t" r="r" b="b"/>
            <a:pathLst>
              <a:path w="8505825" h="7687550">
                <a:moveTo>
                  <a:pt x="0" y="0"/>
                </a:moveTo>
                <a:lnTo>
                  <a:pt x="8505825" y="0"/>
                </a:lnTo>
                <a:lnTo>
                  <a:pt x="8505825" y="7687550"/>
                </a:lnTo>
                <a:lnTo>
                  <a:pt x="0" y="76875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993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7907" b="-790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0" y="2182033"/>
            <a:ext cx="18288000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6000" b="1">
                <a:solidFill>
                  <a:srgbClr val="000052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KẾT LUẬN</a:t>
            </a:r>
          </a:p>
        </p:txBody>
      </p:sp>
      <p:sp>
        <p:nvSpPr>
          <p:cNvPr id="7" name="Freeform 7"/>
          <p:cNvSpPr/>
          <p:nvPr/>
        </p:nvSpPr>
        <p:spPr>
          <a:xfrm>
            <a:off x="7939088" y="2978323"/>
            <a:ext cx="2409825" cy="219075"/>
          </a:xfrm>
          <a:custGeom>
            <a:avLst/>
            <a:gdLst/>
            <a:ahLst/>
            <a:cxnLst/>
            <a:rect l="l" t="t" r="r" b="b"/>
            <a:pathLst>
              <a:path w="2409825" h="219075">
                <a:moveTo>
                  <a:pt x="0" y="0"/>
                </a:moveTo>
                <a:lnTo>
                  <a:pt x="2409825" y="0"/>
                </a:lnTo>
                <a:lnTo>
                  <a:pt x="2409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577305" y="1218460"/>
            <a:ext cx="3549326" cy="3038475"/>
          </a:xfrm>
          <a:custGeom>
            <a:avLst/>
            <a:gdLst/>
            <a:ahLst/>
            <a:cxnLst/>
            <a:rect l="l" t="t" r="r" b="b"/>
            <a:pathLst>
              <a:path w="3549326" h="3038475">
                <a:moveTo>
                  <a:pt x="0" y="0"/>
                </a:moveTo>
                <a:lnTo>
                  <a:pt x="3549326" y="0"/>
                </a:lnTo>
                <a:lnTo>
                  <a:pt x="3549326" y="3038475"/>
                </a:lnTo>
                <a:lnTo>
                  <a:pt x="0" y="30384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681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4843274" y="1765634"/>
            <a:ext cx="2331482" cy="1970102"/>
          </a:xfrm>
          <a:custGeom>
            <a:avLst/>
            <a:gdLst/>
            <a:ahLst/>
            <a:cxnLst/>
            <a:rect l="l" t="t" r="r" b="b"/>
            <a:pathLst>
              <a:path w="2331482" h="1970102">
                <a:moveTo>
                  <a:pt x="0" y="0"/>
                </a:moveTo>
                <a:lnTo>
                  <a:pt x="2331481" y="0"/>
                </a:lnTo>
                <a:lnTo>
                  <a:pt x="2331481" y="1970102"/>
                </a:lnTo>
                <a:lnTo>
                  <a:pt x="0" y="19701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526299" y="4783205"/>
            <a:ext cx="502401" cy="502401"/>
          </a:xfrm>
          <a:custGeom>
            <a:avLst/>
            <a:gdLst/>
            <a:ahLst/>
            <a:cxnLst/>
            <a:rect l="l" t="t" r="r" b="b"/>
            <a:pathLst>
              <a:path w="502401" h="502401">
                <a:moveTo>
                  <a:pt x="0" y="0"/>
                </a:moveTo>
                <a:lnTo>
                  <a:pt x="502401" y="0"/>
                </a:lnTo>
                <a:lnTo>
                  <a:pt x="502401" y="502401"/>
                </a:lnTo>
                <a:lnTo>
                  <a:pt x="0" y="502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526299" y="5755557"/>
            <a:ext cx="502401" cy="502401"/>
          </a:xfrm>
          <a:custGeom>
            <a:avLst/>
            <a:gdLst/>
            <a:ahLst/>
            <a:cxnLst/>
            <a:rect l="l" t="t" r="r" b="b"/>
            <a:pathLst>
              <a:path w="502401" h="502401">
                <a:moveTo>
                  <a:pt x="0" y="0"/>
                </a:moveTo>
                <a:lnTo>
                  <a:pt x="502401" y="0"/>
                </a:lnTo>
                <a:lnTo>
                  <a:pt x="502401" y="502401"/>
                </a:lnTo>
                <a:lnTo>
                  <a:pt x="0" y="5024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2628890" y="7010839"/>
            <a:ext cx="3554941" cy="3276161"/>
          </a:xfrm>
          <a:custGeom>
            <a:avLst/>
            <a:gdLst/>
            <a:ahLst/>
            <a:cxnLst/>
            <a:rect l="l" t="t" r="r" b="b"/>
            <a:pathLst>
              <a:path w="3554941" h="3276161">
                <a:moveTo>
                  <a:pt x="0" y="0"/>
                </a:moveTo>
                <a:lnTo>
                  <a:pt x="3554942" y="0"/>
                </a:lnTo>
                <a:lnTo>
                  <a:pt x="3554942" y="3276161"/>
                </a:lnTo>
                <a:lnTo>
                  <a:pt x="0" y="327616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4254" b="-425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2628890" y="3256935"/>
            <a:ext cx="3554941" cy="3554941"/>
          </a:xfrm>
          <a:custGeom>
            <a:avLst/>
            <a:gdLst/>
            <a:ahLst/>
            <a:cxnLst/>
            <a:rect l="l" t="t" r="r" b="b"/>
            <a:pathLst>
              <a:path w="3554941" h="3554941">
                <a:moveTo>
                  <a:pt x="0" y="0"/>
                </a:moveTo>
                <a:lnTo>
                  <a:pt x="3554942" y="0"/>
                </a:lnTo>
                <a:lnTo>
                  <a:pt x="3554942" y="3554942"/>
                </a:lnTo>
                <a:lnTo>
                  <a:pt x="0" y="355494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8681400" y="3256935"/>
            <a:ext cx="3591745" cy="3554941"/>
          </a:xfrm>
          <a:custGeom>
            <a:avLst/>
            <a:gdLst/>
            <a:ahLst/>
            <a:cxnLst/>
            <a:rect l="l" t="t" r="r" b="b"/>
            <a:pathLst>
              <a:path w="3591745" h="3554941">
                <a:moveTo>
                  <a:pt x="0" y="0"/>
                </a:moveTo>
                <a:lnTo>
                  <a:pt x="3591744" y="0"/>
                </a:lnTo>
                <a:lnTo>
                  <a:pt x="3591744" y="3554942"/>
                </a:lnTo>
                <a:lnTo>
                  <a:pt x="0" y="355494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262" r="-1262" b="-358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-1284154">
            <a:off x="8355170" y="8015526"/>
            <a:ext cx="2363953" cy="780105"/>
          </a:xfrm>
          <a:custGeom>
            <a:avLst/>
            <a:gdLst/>
            <a:ahLst/>
            <a:cxnLst/>
            <a:rect l="l" t="t" r="r" b="b"/>
            <a:pathLst>
              <a:path w="2363953" h="780105">
                <a:moveTo>
                  <a:pt x="0" y="0"/>
                </a:moveTo>
                <a:lnTo>
                  <a:pt x="2363953" y="0"/>
                </a:lnTo>
                <a:lnTo>
                  <a:pt x="2363953" y="780104"/>
                </a:lnTo>
                <a:lnTo>
                  <a:pt x="0" y="7801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207673" y="4687955"/>
            <a:ext cx="6731414" cy="4006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Học dễ hơn, ghi nhớ tốt hơn, tiến bộ mỗi ngày.</a:t>
            </a:r>
          </a:p>
          <a:p>
            <a:pPr algn="l">
              <a:lnSpc>
                <a:spcPts val="39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Peace FlashCard </a:t>
            </a:r>
            <a:r>
              <a:rPr lang="en-US" sz="24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giúp biến việc học từ vựng thành một trải nghiệm đơn giản, thú vị, nhất quán.</a:t>
            </a:r>
          </a:p>
          <a:p>
            <a:pPr algn="l">
              <a:lnSpc>
                <a:spcPts val="3999"/>
              </a:lnSpc>
              <a:spcBef>
                <a:spcPct val="0"/>
              </a:spcBef>
            </a:pPr>
            <a:endParaRPr lang="en-US" sz="2499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ctr">
              <a:lnSpc>
                <a:spcPts val="3999"/>
              </a:lnSpc>
              <a:spcBef>
                <a:spcPct val="0"/>
              </a:spcBef>
            </a:pPr>
            <a:r>
              <a:rPr lang="en-US" sz="2499" b="1" i="1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Một ứng dụng - Nhiều ngôn ngữ - Một hành trình học tập.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" b="-55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3791436" y="7412192"/>
            <a:ext cx="6742163" cy="5022911"/>
          </a:xfrm>
          <a:custGeom>
            <a:avLst/>
            <a:gdLst/>
            <a:ahLst/>
            <a:cxnLst/>
            <a:rect l="l" t="t" r="r" b="b"/>
            <a:pathLst>
              <a:path w="6742163" h="5022911">
                <a:moveTo>
                  <a:pt x="0" y="0"/>
                </a:moveTo>
                <a:lnTo>
                  <a:pt x="6742163" y="0"/>
                </a:lnTo>
                <a:lnTo>
                  <a:pt x="6742163" y="5022911"/>
                </a:lnTo>
                <a:lnTo>
                  <a:pt x="0" y="50229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2699573" y="-3257762"/>
            <a:ext cx="7583831" cy="7372478"/>
          </a:xfrm>
          <a:custGeom>
            <a:avLst/>
            <a:gdLst/>
            <a:ahLst/>
            <a:cxnLst/>
            <a:rect l="l" t="t" r="r" b="b"/>
            <a:pathLst>
              <a:path w="7583831" h="7372478">
                <a:moveTo>
                  <a:pt x="0" y="0"/>
                </a:moveTo>
                <a:lnTo>
                  <a:pt x="7583831" y="0"/>
                </a:lnTo>
                <a:lnTo>
                  <a:pt x="7583831" y="7372478"/>
                </a:lnTo>
                <a:lnTo>
                  <a:pt x="0" y="73724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63667" y="149804"/>
            <a:ext cx="15398766" cy="9882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07"/>
              </a:lnSpc>
            </a:pPr>
            <a:r>
              <a:rPr lang="en-US" sz="4291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THANK YOU</a:t>
            </a:r>
          </a:p>
          <a:p>
            <a:pPr marL="0" lvl="0" indent="0" algn="ctr">
              <a:lnSpc>
                <a:spcPts val="6007"/>
              </a:lnSpc>
            </a:pPr>
            <a:r>
              <a:rPr lang="en-US" sz="4291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FOR WATCHING</a:t>
            </a:r>
          </a:p>
          <a:p>
            <a:pPr marL="0" lvl="0" indent="0" algn="ctr">
              <a:lnSpc>
                <a:spcPts val="6007"/>
              </a:lnSpc>
            </a:pPr>
            <a:r>
              <a:rPr lang="en-US" sz="4291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─────────────────</a:t>
            </a:r>
          </a:p>
          <a:p>
            <a:pPr marL="0" lvl="0" indent="0" algn="ctr">
              <a:lnSpc>
                <a:spcPts val="6007"/>
              </a:lnSpc>
            </a:pPr>
            <a:r>
              <a:rPr lang="en-US" sz="4291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SPECIAL THANKS TO</a:t>
            </a:r>
          </a:p>
          <a:p>
            <a:pPr marL="0" lvl="0" indent="0" algn="ctr">
              <a:lnSpc>
                <a:spcPts val="6007"/>
              </a:lnSpc>
            </a:pPr>
            <a:r>
              <a:rPr lang="en-US" sz="4291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MENTOR PHÚC          MENTOR PHONG</a:t>
            </a:r>
          </a:p>
          <a:p>
            <a:pPr marL="0" lvl="0" indent="0" algn="ctr">
              <a:lnSpc>
                <a:spcPts val="6007"/>
              </a:lnSpc>
            </a:pPr>
            <a:r>
              <a:rPr lang="en-US" sz="4291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GUIDANCE &amp;           GUIDANCE &amp;</a:t>
            </a:r>
          </a:p>
          <a:p>
            <a:pPr marL="0" lvl="0" indent="0" algn="ctr">
              <a:lnSpc>
                <a:spcPts val="6007"/>
              </a:lnSpc>
            </a:pPr>
            <a:r>
              <a:rPr lang="en-US" sz="4291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SUPPORT              SUPPORT</a:t>
            </a:r>
          </a:p>
          <a:p>
            <a:pPr marL="0" lvl="0" indent="0" algn="ctr">
              <a:lnSpc>
                <a:spcPts val="6007"/>
              </a:lnSpc>
            </a:pPr>
            <a:r>
              <a:rPr lang="en-US" sz="4291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HR DEPARTMENT        OUR TEAM</a:t>
            </a:r>
          </a:p>
          <a:p>
            <a:pPr marL="0" lvl="0" indent="0" algn="ctr">
              <a:lnSpc>
                <a:spcPts val="6007"/>
              </a:lnSpc>
            </a:pPr>
            <a:r>
              <a:rPr lang="en-US" sz="4291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SUPPORT &amp;            DEDICATION &amp;</a:t>
            </a:r>
          </a:p>
          <a:p>
            <a:pPr marL="0" lvl="0" indent="0" algn="ctr">
              <a:lnSpc>
                <a:spcPts val="6007"/>
              </a:lnSpc>
            </a:pPr>
            <a:r>
              <a:rPr lang="en-US" sz="4291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COLLABORATION        TEAMWORK</a:t>
            </a:r>
          </a:p>
          <a:p>
            <a:pPr marL="0" lvl="0" indent="0" algn="ctr">
              <a:lnSpc>
                <a:spcPts val="6007"/>
              </a:lnSpc>
            </a:pPr>
            <a:r>
              <a:rPr lang="en-US" sz="4291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─────────────────</a:t>
            </a:r>
          </a:p>
          <a:p>
            <a:pPr marL="0" lvl="0" indent="0" algn="ctr">
              <a:lnSpc>
                <a:spcPts val="6019"/>
              </a:lnSpc>
            </a:pPr>
            <a:r>
              <a:rPr lang="en-US" sz="4299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THANK YOU FOR BEING WITH US!</a:t>
            </a:r>
          </a:p>
          <a:p>
            <a:pPr marL="0" lvl="0" indent="0" algn="ctr">
              <a:lnSpc>
                <a:spcPts val="6019"/>
              </a:lnSpc>
            </a:pPr>
            <a:r>
              <a:rPr lang="en-US" sz="4299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▌ AND NOW, LET'S MOVE ON TO THE DEMO  →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407826" y="263924"/>
            <a:ext cx="2527749" cy="614671"/>
            <a:chOff x="0" y="0"/>
            <a:chExt cx="665745" cy="16188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5745" cy="161889"/>
            </a:xfrm>
            <a:custGeom>
              <a:avLst/>
              <a:gdLst/>
              <a:ahLst/>
              <a:cxnLst/>
              <a:rect l="l" t="t" r="r" b="b"/>
              <a:pathLst>
                <a:path w="665745" h="161889">
                  <a:moveTo>
                    <a:pt x="80944" y="0"/>
                  </a:moveTo>
                  <a:lnTo>
                    <a:pt x="584800" y="0"/>
                  </a:lnTo>
                  <a:cubicBezTo>
                    <a:pt x="606268" y="0"/>
                    <a:pt x="626857" y="8528"/>
                    <a:pt x="642037" y="23708"/>
                  </a:cubicBezTo>
                  <a:cubicBezTo>
                    <a:pt x="657217" y="38888"/>
                    <a:pt x="665745" y="59477"/>
                    <a:pt x="665745" y="80944"/>
                  </a:cubicBezTo>
                  <a:lnTo>
                    <a:pt x="665745" y="80944"/>
                  </a:lnTo>
                  <a:cubicBezTo>
                    <a:pt x="665745" y="125649"/>
                    <a:pt x="629505" y="161889"/>
                    <a:pt x="584800" y="161889"/>
                  </a:cubicBezTo>
                  <a:lnTo>
                    <a:pt x="80944" y="161889"/>
                  </a:lnTo>
                  <a:cubicBezTo>
                    <a:pt x="36240" y="161889"/>
                    <a:pt x="0" y="125649"/>
                    <a:pt x="0" y="80944"/>
                  </a:cubicBezTo>
                  <a:lnTo>
                    <a:pt x="0" y="80944"/>
                  </a:lnTo>
                  <a:cubicBezTo>
                    <a:pt x="0" y="36240"/>
                    <a:pt x="36240" y="0"/>
                    <a:pt x="8094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665745" cy="1999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5698240" y="415112"/>
            <a:ext cx="278997" cy="340996"/>
          </a:xfrm>
          <a:custGeom>
            <a:avLst/>
            <a:gdLst/>
            <a:ahLst/>
            <a:cxnLst/>
            <a:rect l="l" t="t" r="r" b="b"/>
            <a:pathLst>
              <a:path w="278997" h="340996">
                <a:moveTo>
                  <a:pt x="0" y="0"/>
                </a:moveTo>
                <a:lnTo>
                  <a:pt x="278997" y="0"/>
                </a:lnTo>
                <a:lnTo>
                  <a:pt x="278997" y="340996"/>
                </a:lnTo>
                <a:lnTo>
                  <a:pt x="0" y="3409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6104127" y="504013"/>
            <a:ext cx="1831448" cy="22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0"/>
              </a:lnSpc>
            </a:pPr>
            <a:r>
              <a:rPr lang="en-US" sz="2000" b="1">
                <a:solidFill>
                  <a:srgbClr val="5170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TEAM PEACE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687</Words>
  <Application>Microsoft Office PowerPoint</Application>
  <PresentationFormat>Custom</PresentationFormat>
  <Paragraphs>167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Noto Sans</vt:lpstr>
      <vt:lpstr>Calibri</vt:lpstr>
      <vt:lpstr>Open Sans Bold</vt:lpstr>
      <vt:lpstr>Noto Sans Bold</vt:lpstr>
      <vt:lpstr>Open Sans Bold Italics</vt:lpstr>
      <vt:lpstr>TT Norms Bold</vt:lpstr>
      <vt:lpstr>Arial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FlashCard – Ứng dụng Android học từ vựng đa ngôn ngữ bằng Kotlin và JetpackCompose</dc:title>
  <cp:lastModifiedBy>PREDATOR</cp:lastModifiedBy>
  <cp:revision>3</cp:revision>
  <dcterms:created xsi:type="dcterms:W3CDTF">2006-08-16T00:00:00Z</dcterms:created>
  <dcterms:modified xsi:type="dcterms:W3CDTF">2026-08-26T19:53:01Z</dcterms:modified>
  <dc:identifier>DAHTT9nIDVA</dc:identifier>
</cp:coreProperties>
</file>