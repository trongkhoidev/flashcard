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Noto Sans Bold" charset="1" panose="020B0802040504020204"/>
      <p:regular r:id="rId26"/>
    </p:embeddedFont>
    <p:embeddedFont>
      <p:font typeface="Noto Sans" charset="1" panose="020B0502040504020204"/>
      <p:regular r:id="rId27"/>
    </p:embeddedFont>
    <p:embeddedFont>
      <p:font typeface="Open Sans" charset="1" panose="00000000000000000000"/>
      <p:regular r:id="rId28"/>
    </p:embeddedFont>
    <p:embeddedFont>
      <p:font typeface="Open Sans Bold" charset="1" panose="00000000000000000000"/>
      <p:regular r:id="rId29"/>
    </p:embeddedFont>
    <p:embeddedFont>
      <p:font typeface="Open Sans Bold Italics" charset="1" panose="00000000000000000000"/>
      <p:regular r:id="rId30"/>
    </p:embeddedFont>
    <p:embeddedFont>
      <p:font typeface="TT Norms Bold" charset="1" panose="0200080303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12.png" Type="http://schemas.openxmlformats.org/officeDocument/2006/relationships/image"/><Relationship Id="rId13" Target="../media/image16.png" Type="http://schemas.openxmlformats.org/officeDocument/2006/relationships/image"/><Relationship Id="rId2" Target="../media/image19.png" Type="http://schemas.openxmlformats.org/officeDocument/2006/relationships/image"/><Relationship Id="rId3" Target="../media/image17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19" Target="../media/image44.png" Type="http://schemas.openxmlformats.org/officeDocument/2006/relationships/image"/><Relationship Id="rId2" Target="../media/image19.pn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24" Target="../media/image16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16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16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16.pn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4.png" Type="http://schemas.openxmlformats.org/officeDocument/2006/relationships/image"/><Relationship Id="rId4" Target="../media/image16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16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6.pn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16.pn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6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16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9.png" Type="http://schemas.openxmlformats.org/officeDocument/2006/relationships/image"/><Relationship Id="rId4" Target="../media/image16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sv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88.svg" Type="http://schemas.openxmlformats.org/officeDocument/2006/relationships/image"/><Relationship Id="rId2" Target="../media/image77.png" Type="http://schemas.openxmlformats.org/officeDocument/2006/relationships/image"/><Relationship Id="rId3" Target="../media/image49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16.png" Type="http://schemas.openxmlformats.org/officeDocument/2006/relationships/image"/><Relationship Id="rId7" Target="../media/image80.png" Type="http://schemas.openxmlformats.org/officeDocument/2006/relationships/image"/><Relationship Id="rId8" Target="../media/image81.sv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700" y="6000750"/>
            <a:ext cx="1971675" cy="428625"/>
          </a:xfrm>
          <a:custGeom>
            <a:avLst/>
            <a:gdLst/>
            <a:ahLst/>
            <a:cxnLst/>
            <a:rect r="r" b="b" t="t" l="l"/>
            <a:pathLst>
              <a:path h="428625" w="197167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1066800"/>
            <a:ext cx="6324600" cy="7077075"/>
          </a:xfrm>
          <a:custGeom>
            <a:avLst/>
            <a:gdLst/>
            <a:ahLst/>
            <a:cxnLst/>
            <a:rect r="r" b="b" t="t" l="l"/>
            <a:pathLst>
              <a:path h="7077075" w="6324600">
                <a:moveTo>
                  <a:pt x="0" y="0"/>
                </a:moveTo>
                <a:lnTo>
                  <a:pt x="6324600" y="0"/>
                </a:lnTo>
                <a:lnTo>
                  <a:pt x="6324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7850" y="4286250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5550" y="7286625"/>
            <a:ext cx="2190750" cy="2790825"/>
          </a:xfrm>
          <a:custGeom>
            <a:avLst/>
            <a:gdLst/>
            <a:ahLst/>
            <a:cxnLst/>
            <a:rect r="r" b="b" t="t" l="l"/>
            <a:pathLst>
              <a:path h="2790825" w="2190750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87700" y="7286625"/>
            <a:ext cx="2400300" cy="3000375"/>
          </a:xfrm>
          <a:custGeom>
            <a:avLst/>
            <a:gdLst/>
            <a:ahLst/>
            <a:cxnLst/>
            <a:rect r="r" b="b" t="t" l="l"/>
            <a:pathLst>
              <a:path h="3000375" w="2400300">
                <a:moveTo>
                  <a:pt x="0" y="0"/>
                </a:moveTo>
                <a:lnTo>
                  <a:pt x="2400300" y="0"/>
                </a:lnTo>
                <a:lnTo>
                  <a:pt x="24003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6775" y="6000750"/>
            <a:ext cx="1752600" cy="1076325"/>
          </a:xfrm>
          <a:custGeom>
            <a:avLst/>
            <a:gdLst/>
            <a:ahLst/>
            <a:cxnLst/>
            <a:rect r="r" b="b" t="t" l="l"/>
            <a:pathLst>
              <a:path h="1076325" w="1752600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15700" y="8143875"/>
            <a:ext cx="2400300" cy="1933575"/>
          </a:xfrm>
          <a:custGeom>
            <a:avLst/>
            <a:gdLst/>
            <a:ahLst/>
            <a:cxnLst/>
            <a:rect r="r" b="b" t="t" l="l"/>
            <a:pathLst>
              <a:path h="1933575" w="2400300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0" t="0" r="-6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33720" y="303065"/>
            <a:ext cx="6716860" cy="6716860"/>
          </a:xfrm>
          <a:custGeom>
            <a:avLst/>
            <a:gdLst/>
            <a:ahLst/>
            <a:cxnLst/>
            <a:rect r="r" b="b" t="t" l="l"/>
            <a:pathLst>
              <a:path h="6716860" w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6572" y="1454910"/>
            <a:ext cx="6868831" cy="61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b="true" sz="4606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SAMSUNG INTERNSHIP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520" y="2423850"/>
            <a:ext cx="8046720" cy="314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6"/>
              </a:lnSpc>
            </a:pPr>
            <a:r>
              <a:rPr lang="en-US" b="true" sz="11178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GIỚI THIỆU</a:t>
            </a:r>
          </a:p>
          <a:p>
            <a:pPr algn="l">
              <a:lnSpc>
                <a:spcPts val="12296"/>
              </a:lnSpc>
            </a:pPr>
            <a:r>
              <a:rPr lang="en-US" b="true" sz="11178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DỰ ÁN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4672" y="5765302"/>
            <a:ext cx="3026066" cy="48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b="true" sz="363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Mini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672" y="6334125"/>
            <a:ext cx="9808352" cy="122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b="true" sz="331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FlashCard – Ứng dụng Android học từ vựng</a:t>
            </a:r>
          </a:p>
          <a:p>
            <a:pPr algn="l">
              <a:lnSpc>
                <a:spcPts val="4972"/>
              </a:lnSpc>
            </a:pPr>
            <a:r>
              <a:rPr lang="en-US" b="true" sz="331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đa ngôn ngữ bằng Kotlin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4919" y="8406304"/>
            <a:ext cx="1125775" cy="43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323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6344" y="8853488"/>
            <a:ext cx="2591901" cy="5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b="true" sz="4206">
                <a:solidFill>
                  <a:srgbClr val="FFD51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PEACE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72925" y="2143125"/>
            <a:ext cx="3486150" cy="3429000"/>
          </a:xfrm>
          <a:custGeom>
            <a:avLst/>
            <a:gdLst/>
            <a:ahLst/>
            <a:cxnLst/>
            <a:rect r="r" b="b" t="t" l="l"/>
            <a:pathLst>
              <a:path h="3429000" w="3486150">
                <a:moveTo>
                  <a:pt x="0" y="0"/>
                </a:moveTo>
                <a:lnTo>
                  <a:pt x="3486150" y="0"/>
                </a:lnTo>
                <a:lnTo>
                  <a:pt x="34861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22018" y="1098784"/>
            <a:ext cx="6199632" cy="2131504"/>
            <a:chOff x="0" y="0"/>
            <a:chExt cx="8266176" cy="284200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73152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b="true" sz="6999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GIỚI THIỆU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32306"/>
              <a:ext cx="8266176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399"/>
                </a:lnSpc>
              </a:pPr>
              <a:r>
                <a:rPr lang="en-US" b="true" sz="6999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45329" y="3038475"/>
            <a:ext cx="2838450" cy="438150"/>
          </a:xfrm>
          <a:custGeom>
            <a:avLst/>
            <a:gdLst/>
            <a:ahLst/>
            <a:cxnLst/>
            <a:rect r="r" b="b" t="t" l="l"/>
            <a:pathLst>
              <a:path h="438150" w="2838450">
                <a:moveTo>
                  <a:pt x="0" y="0"/>
                </a:moveTo>
                <a:lnTo>
                  <a:pt x="2838450" y="0"/>
                </a:lnTo>
                <a:lnTo>
                  <a:pt x="2838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35861" y="5696169"/>
            <a:ext cx="4143529" cy="4293813"/>
          </a:xfrm>
          <a:custGeom>
            <a:avLst/>
            <a:gdLst/>
            <a:ahLst/>
            <a:cxnLst/>
            <a:rect r="r" b="b" t="t" l="l"/>
            <a:pathLst>
              <a:path h="4293813" w="4143529">
                <a:moveTo>
                  <a:pt x="0" y="0"/>
                </a:moveTo>
                <a:lnTo>
                  <a:pt x="4143529" y="0"/>
                </a:lnTo>
                <a:lnTo>
                  <a:pt x="4143529" y="4293813"/>
                </a:lnTo>
                <a:lnTo>
                  <a:pt x="0" y="429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26768" y="4308475"/>
            <a:ext cx="14347317" cy="3667887"/>
            <a:chOff x="0" y="0"/>
            <a:chExt cx="19129756" cy="48905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654741" y="3513836"/>
              <a:ext cx="4266634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Định hướng kỹ thuật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54741" y="4021836"/>
              <a:ext cx="319873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Frond-end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461516"/>
              <a:ext cx="333202" cy="3429000"/>
            </a:xfrm>
            <a:custGeom>
              <a:avLst/>
              <a:gdLst/>
              <a:ahLst/>
              <a:cxnLst/>
              <a:rect r="r" b="b" t="t" l="l"/>
              <a:pathLst>
                <a:path h="3429000" w="333202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659" r="0" b="-4659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44712" y="1461516"/>
              <a:ext cx="333202" cy="3429000"/>
            </a:xfrm>
            <a:custGeom>
              <a:avLst/>
              <a:gdLst/>
              <a:ahLst/>
              <a:cxnLst/>
              <a:rect r="r" b="b" t="t" l="l"/>
              <a:pathLst>
                <a:path h="3429000" w="333202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59" r="0" b="-4659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008742" y="1461516"/>
              <a:ext cx="333202" cy="3429000"/>
            </a:xfrm>
            <a:custGeom>
              <a:avLst/>
              <a:gdLst/>
              <a:ahLst/>
              <a:cxnLst/>
              <a:rect r="r" b="b" t="t" l="l"/>
              <a:pathLst>
                <a:path h="3429000" w="333202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59" r="0" b="-46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14836" y="88900"/>
              <a:ext cx="1359462" cy="127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3"/>
                </a:lnSpc>
              </a:pPr>
              <a:r>
                <a:rPr lang="en-US" b="true" sz="6294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54741" y="1611376"/>
              <a:ext cx="4853058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9"/>
                </a:lnSpc>
              </a:pPr>
              <a:r>
                <a:rPr lang="en-US" b="true" sz="289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Trọng Khôi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54741" y="2409825"/>
              <a:ext cx="2585644" cy="47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Project Lead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892273" y="0"/>
              <a:ext cx="1572711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7"/>
                </a:lnSpc>
              </a:pPr>
              <a:r>
                <a:rPr lang="en-US" b="true" sz="7180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025554" y="1624076"/>
              <a:ext cx="4453503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2"/>
                </a:lnSpc>
              </a:pPr>
              <a:r>
                <a:rPr lang="en-US" b="true" sz="2785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Đình Tuấn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074841" y="2416175"/>
              <a:ext cx="3785169" cy="47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Android developer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396367" y="0"/>
              <a:ext cx="1572711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7"/>
                </a:lnSpc>
              </a:pPr>
              <a:r>
                <a:rPr lang="en-US" b="true" sz="7180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449679" y="1611376"/>
              <a:ext cx="5680077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2"/>
                </a:lnSpc>
              </a:pPr>
              <a:r>
                <a:rPr lang="en-US" b="true" sz="2926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Đăng Nam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449679" y="2409825"/>
              <a:ext cx="3352023" cy="47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DATA developer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449679" y="3022600"/>
              <a:ext cx="4531541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Xử lý dữ liệu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54741" y="3005836"/>
              <a:ext cx="410612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Quản lý tiến độ dự án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996758" y="3005836"/>
              <a:ext cx="5274551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Phát triển tính năng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996758" y="3513836"/>
              <a:ext cx="617858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Xây dựng UI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996758" y="3983736"/>
              <a:ext cx="3411983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Back-end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3396367" y="3513836"/>
              <a:ext cx="2585644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Tester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449679" y="4021836"/>
              <a:ext cx="4932815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Đảm bảo tính nhất quán UI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738674" y="0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812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45329" y="3409950"/>
            <a:ext cx="87676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Nhóm thực hiện dự án FlashCard – ứng dụng Android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học từ vựng đa ngôn ngữ bằng Kotlin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61549" y="2362200"/>
            <a:ext cx="3904142" cy="301326"/>
          </a:xfrm>
          <a:custGeom>
            <a:avLst/>
            <a:gdLst/>
            <a:ahLst/>
            <a:cxnLst/>
            <a:rect r="r" b="b" t="t" l="l"/>
            <a:pathLst>
              <a:path h="301326" w="3904142">
                <a:moveTo>
                  <a:pt x="0" y="0"/>
                </a:moveTo>
                <a:lnTo>
                  <a:pt x="3904142" y="0"/>
                </a:lnTo>
                <a:lnTo>
                  <a:pt x="3904142" y="301326"/>
                </a:lnTo>
                <a:lnTo>
                  <a:pt x="0" y="30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60687">
            <a:off x="12023154" y="121137"/>
            <a:ext cx="4592879" cy="7338603"/>
          </a:xfrm>
          <a:custGeom>
            <a:avLst/>
            <a:gdLst/>
            <a:ahLst/>
            <a:cxnLst/>
            <a:rect r="r" b="b" t="t" l="l"/>
            <a:pathLst>
              <a:path h="7338603" w="4592879">
                <a:moveTo>
                  <a:pt x="0" y="640082"/>
                </a:moveTo>
                <a:lnTo>
                  <a:pt x="3289429" y="0"/>
                </a:lnTo>
                <a:lnTo>
                  <a:pt x="4592879" y="6698520"/>
                </a:lnTo>
                <a:lnTo>
                  <a:pt x="1303450" y="7338602"/>
                </a:lnTo>
                <a:lnTo>
                  <a:pt x="0" y="640082"/>
                </a:lnTo>
                <a:close/>
              </a:path>
            </a:pathLst>
          </a:custGeom>
          <a:blipFill>
            <a:blip r:embed="rId4"/>
            <a:stretch>
              <a:fillRect l="0" t="-15933" r="0" b="-159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3863" y="1293663"/>
            <a:ext cx="1409528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 QUAN DỰ ÁN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863" y="2922270"/>
            <a:ext cx="11323320" cy="468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</a:t>
            </a:r>
            <a:r>
              <a:rPr lang="en-US" b="true" sz="27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đích: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Nền tảng học 10 ngôn ngữ với trải nghiệm hiện đại.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2.Công nghệ lõi: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Kotlin, Jetpack Compose, Room SQLite, StateFlow.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3.Tính năng nổi bật: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Spaced Repetition (SRS), Gamification (VIP, Streak, Pháo hoa), Widget theo dõi, Thông báo thông minh.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4.Kiến trúc: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MVVM + Repository (UI -&gt; ViewModel -&gt; Repository -&gt; DAO -&gt; Database).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95157" y="0"/>
            <a:ext cx="2292843" cy="1962836"/>
          </a:xfrm>
          <a:custGeom>
            <a:avLst/>
            <a:gdLst/>
            <a:ahLst/>
            <a:cxnLst/>
            <a:rect r="r" b="b" t="t" l="l"/>
            <a:pathLst>
              <a:path h="1962836" w="2292843">
                <a:moveTo>
                  <a:pt x="0" y="0"/>
                </a:moveTo>
                <a:lnTo>
                  <a:pt x="2292843" y="0"/>
                </a:lnTo>
                <a:lnTo>
                  <a:pt x="2292843" y="1962836"/>
                </a:lnTo>
                <a:lnTo>
                  <a:pt x="0" y="1962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9536" y="1504950"/>
            <a:ext cx="9912096" cy="2057400"/>
            <a:chOff x="0" y="0"/>
            <a:chExt cx="13216128" cy="2743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9652" y="0"/>
              <a:ext cx="5364480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3"/>
                </a:lnSpc>
              </a:pPr>
              <a:r>
                <a:rPr lang="en-US" b="true" sz="3994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MỤC ĐÍCH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6300"/>
              <a:ext cx="13216128" cy="158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393"/>
                </a:lnSpc>
              </a:pPr>
              <a:r>
                <a:rPr lang="en-US" b="true" sz="7827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CỦA DỰ ÁN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9652" y="2451100"/>
              <a:ext cx="3784600" cy="292100"/>
            </a:xfrm>
            <a:custGeom>
              <a:avLst/>
              <a:gdLst/>
              <a:ahLst/>
              <a:cxnLst/>
              <a:rect r="r" b="b" t="t" l="l"/>
              <a:pathLst>
                <a:path h="292100" w="3784600">
                  <a:moveTo>
                    <a:pt x="0" y="0"/>
                  </a:moveTo>
                  <a:lnTo>
                    <a:pt x="3784600" y="0"/>
                  </a:lnTo>
                  <a:lnTo>
                    <a:pt x="3784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47700" y="4495800"/>
            <a:ext cx="5019675" cy="4505325"/>
          </a:xfrm>
          <a:custGeom>
            <a:avLst/>
            <a:gdLst/>
            <a:ahLst/>
            <a:cxnLst/>
            <a:rect r="r" b="b" t="t" l="l"/>
            <a:pathLst>
              <a:path h="4505325" w="5019675">
                <a:moveTo>
                  <a:pt x="0" y="0"/>
                </a:moveTo>
                <a:lnTo>
                  <a:pt x="5019675" y="0"/>
                </a:lnTo>
                <a:lnTo>
                  <a:pt x="50196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6429375"/>
            <a:ext cx="4362450" cy="219075"/>
          </a:xfrm>
          <a:custGeom>
            <a:avLst/>
            <a:gdLst/>
            <a:ahLst/>
            <a:cxnLst/>
            <a:rect r="r" b="b" t="t" l="l"/>
            <a:pathLst>
              <a:path h="219075" w="4362450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57850" y="621030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05550" y="4495800"/>
            <a:ext cx="5238750" cy="4505325"/>
          </a:xfrm>
          <a:custGeom>
            <a:avLst/>
            <a:gdLst/>
            <a:ahLst/>
            <a:cxnLst/>
            <a:rect r="r" b="b" t="t" l="l"/>
            <a:pathLst>
              <a:path h="4505325" w="5238750">
                <a:moveTo>
                  <a:pt x="0" y="0"/>
                </a:moveTo>
                <a:lnTo>
                  <a:pt x="5238750" y="0"/>
                </a:lnTo>
                <a:lnTo>
                  <a:pt x="523875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43700" y="6429375"/>
            <a:ext cx="4581525" cy="219075"/>
          </a:xfrm>
          <a:custGeom>
            <a:avLst/>
            <a:gdLst/>
            <a:ahLst/>
            <a:cxnLst/>
            <a:rect r="r" b="b" t="t" l="l"/>
            <a:pathLst>
              <a:path h="219075" w="458152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34775" y="621030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92000" y="4495800"/>
            <a:ext cx="5229225" cy="4505325"/>
          </a:xfrm>
          <a:custGeom>
            <a:avLst/>
            <a:gdLst/>
            <a:ahLst/>
            <a:cxnLst/>
            <a:rect r="r" b="b" t="t" l="l"/>
            <a:pathLst>
              <a:path h="4505325" w="5229225">
                <a:moveTo>
                  <a:pt x="0" y="0"/>
                </a:moveTo>
                <a:lnTo>
                  <a:pt x="5229225" y="0"/>
                </a:lnTo>
                <a:lnTo>
                  <a:pt x="52292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0625" y="642937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27577" y="1050969"/>
            <a:ext cx="2861575" cy="2965363"/>
          </a:xfrm>
          <a:custGeom>
            <a:avLst/>
            <a:gdLst/>
            <a:ahLst/>
            <a:cxnLst/>
            <a:rect r="r" b="b" t="t" l="l"/>
            <a:pathLst>
              <a:path h="2965363" w="2861575">
                <a:moveTo>
                  <a:pt x="0" y="0"/>
                </a:moveTo>
                <a:lnTo>
                  <a:pt x="2861575" y="0"/>
                </a:lnTo>
                <a:lnTo>
                  <a:pt x="2861575" y="2965362"/>
                </a:lnTo>
                <a:lnTo>
                  <a:pt x="0" y="2965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5568" y="4754308"/>
            <a:ext cx="95097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3"/>
              </a:lnSpc>
            </a:pPr>
            <a:r>
              <a:rPr lang="en-US" b="true" sz="6236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5568" y="5903332"/>
            <a:ext cx="1335024" cy="35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568" y="6886204"/>
            <a:ext cx="3767328" cy="165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Việc học từ vựng</a:t>
            </a:r>
          </a:p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đa ngôn ngữ thiếu</a:t>
            </a:r>
          </a:p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hiệu quả và hệ thống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76288" y="4740021"/>
            <a:ext cx="107899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b="true" sz="6413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76288" y="6823581"/>
            <a:ext cx="4096512" cy="180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 dụng FlashCard</a:t>
            </a:r>
          </a:p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Android với Kotlin</a:t>
            </a:r>
          </a:p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và JetpackCompose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10160" y="4740021"/>
            <a:ext cx="107899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b="true" sz="6413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0160" y="5899020"/>
            <a:ext cx="786384" cy="36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Goal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0160" y="6896405"/>
            <a:ext cx="4462272" cy="16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Xây dựng ứng dụng</a:t>
            </a:r>
          </a:p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học từ vựng đa ngôn ngữ</a:t>
            </a:r>
          </a:p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hiệu quả và dễ sử dụng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76288" y="5899020"/>
            <a:ext cx="1444752" cy="36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Solution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7700" y="1413075"/>
            <a:ext cx="9954768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NGHỆ SỬ DỤNG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499252" y="234335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68695" y="3512565"/>
            <a:ext cx="14950611" cy="5945645"/>
            <a:chOff x="0" y="0"/>
            <a:chExt cx="19934147" cy="79275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67084"/>
              <a:ext cx="6106502" cy="2464453"/>
            </a:xfrm>
            <a:custGeom>
              <a:avLst/>
              <a:gdLst/>
              <a:ahLst/>
              <a:cxnLst/>
              <a:rect r="r" b="b" t="t" l="l"/>
              <a:pathLst>
                <a:path h="2464453" w="6106502">
                  <a:moveTo>
                    <a:pt x="0" y="0"/>
                  </a:moveTo>
                  <a:lnTo>
                    <a:pt x="6106502" y="0"/>
                  </a:lnTo>
                  <a:lnTo>
                    <a:pt x="6106502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64690" y="870150"/>
              <a:ext cx="792510" cy="866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2"/>
                </a:lnSpc>
              </a:pPr>
              <a:r>
                <a:rPr lang="en-US" b="true" sz="3894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383979" y="546307"/>
              <a:ext cx="291364" cy="1918146"/>
            </a:xfrm>
            <a:custGeom>
              <a:avLst/>
              <a:gdLst/>
              <a:ahLst/>
              <a:cxnLst/>
              <a:rect r="r" b="b" t="t" l="l"/>
              <a:pathLst>
                <a:path h="1918146" w="291364">
                  <a:moveTo>
                    <a:pt x="0" y="0"/>
                  </a:moveTo>
                  <a:lnTo>
                    <a:pt x="291363" y="0"/>
                  </a:lnTo>
                  <a:lnTo>
                    <a:pt x="291363" y="1918146"/>
                  </a:lnTo>
                  <a:lnTo>
                    <a:pt x="0" y="191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879783" y="1267469"/>
              <a:ext cx="2447457" cy="125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Android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Kotlin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JetpackCompose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98620"/>
              <a:ext cx="6106502" cy="2743677"/>
            </a:xfrm>
            <a:custGeom>
              <a:avLst/>
              <a:gdLst/>
              <a:ahLst/>
              <a:cxnLst/>
              <a:rect r="r" b="b" t="t" l="l"/>
              <a:pathLst>
                <a:path h="2743677" w="6106502">
                  <a:moveTo>
                    <a:pt x="0" y="0"/>
                  </a:moveTo>
                  <a:lnTo>
                    <a:pt x="6106502" y="0"/>
                  </a:lnTo>
                  <a:lnTo>
                    <a:pt x="6106502" y="2743677"/>
                  </a:lnTo>
                  <a:lnTo>
                    <a:pt x="0" y="2743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64690" y="3430135"/>
              <a:ext cx="909055" cy="88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b="true" sz="4029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1383979" y="3544928"/>
              <a:ext cx="291364" cy="1918146"/>
            </a:xfrm>
            <a:custGeom>
              <a:avLst/>
              <a:gdLst/>
              <a:ahLst/>
              <a:cxnLst/>
              <a:rect r="r" b="b" t="t" l="l"/>
              <a:pathLst>
                <a:path h="1918146" w="291364">
                  <a:moveTo>
                    <a:pt x="0" y="0"/>
                  </a:moveTo>
                  <a:lnTo>
                    <a:pt x="291363" y="0"/>
                  </a:lnTo>
                  <a:lnTo>
                    <a:pt x="291363" y="1918145"/>
                  </a:lnTo>
                  <a:lnTo>
                    <a:pt x="0" y="1918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879783" y="4099526"/>
              <a:ext cx="1864729" cy="125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View &amp; Layout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RecyclerView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Adapter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6373586" y="5463073"/>
              <a:ext cx="6677090" cy="2464453"/>
            </a:xfrm>
            <a:custGeom>
              <a:avLst/>
              <a:gdLst/>
              <a:ahLst/>
              <a:cxnLst/>
              <a:rect r="r" b="b" t="t" l="l"/>
              <a:pathLst>
                <a:path h="2464453" w="6677090">
                  <a:moveTo>
                    <a:pt x="0" y="0"/>
                  </a:moveTo>
                  <a:lnTo>
                    <a:pt x="6677089" y="0"/>
                  </a:lnTo>
                  <a:lnTo>
                    <a:pt x="6677089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798006" y="5803294"/>
              <a:ext cx="909055" cy="88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b="true" sz="4029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7769704" y="5730157"/>
              <a:ext cx="279224" cy="1918146"/>
            </a:xfrm>
            <a:custGeom>
              <a:avLst/>
              <a:gdLst/>
              <a:ahLst/>
              <a:cxnLst/>
              <a:rect r="r" b="b" t="t" l="l"/>
              <a:pathLst>
                <a:path h="1918146" w="279224">
                  <a:moveTo>
                    <a:pt x="0" y="0"/>
                  </a:moveTo>
                  <a:lnTo>
                    <a:pt x="279224" y="0"/>
                  </a:lnTo>
                  <a:lnTo>
                    <a:pt x="279224" y="1918146"/>
                  </a:lnTo>
                  <a:lnTo>
                    <a:pt x="0" y="191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8289789" y="6446462"/>
              <a:ext cx="1305310" cy="125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Activity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Fragment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Intent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7490481" y="0"/>
              <a:ext cx="4443300" cy="4370459"/>
            </a:xfrm>
            <a:custGeom>
              <a:avLst/>
              <a:gdLst/>
              <a:ahLst/>
              <a:cxnLst/>
              <a:rect r="r" b="b" t="t" l="l"/>
              <a:pathLst>
                <a:path h="4370459" w="4443300">
                  <a:moveTo>
                    <a:pt x="0" y="0"/>
                  </a:moveTo>
                  <a:lnTo>
                    <a:pt x="4443299" y="0"/>
                  </a:lnTo>
                  <a:lnTo>
                    <a:pt x="4443299" y="4370459"/>
                  </a:lnTo>
                  <a:lnTo>
                    <a:pt x="0" y="4370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164456" y="1831005"/>
              <a:ext cx="3170525" cy="870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85"/>
                </a:lnSpc>
              </a:pPr>
              <a:r>
                <a:rPr lang="en-US" sz="3918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FlashCard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264389" y="1979854"/>
              <a:ext cx="2936948" cy="373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5"/>
                </a:lnSpc>
              </a:pP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5827278" y="1092615"/>
              <a:ext cx="558447" cy="546307"/>
            </a:xfrm>
            <a:custGeom>
              <a:avLst/>
              <a:gdLst/>
              <a:ahLst/>
              <a:cxnLst/>
              <a:rect r="r" b="b" t="t" l="l"/>
              <a:pathLst>
                <a:path h="546307" w="558447">
                  <a:moveTo>
                    <a:pt x="0" y="0"/>
                  </a:moveTo>
                  <a:lnTo>
                    <a:pt x="558448" y="0"/>
                  </a:lnTo>
                  <a:lnTo>
                    <a:pt x="558448" y="546307"/>
                  </a:lnTo>
                  <a:lnTo>
                    <a:pt x="0" y="546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106502" y="1359698"/>
              <a:ext cx="1675342" cy="558447"/>
            </a:xfrm>
            <a:custGeom>
              <a:avLst/>
              <a:gdLst/>
              <a:ahLst/>
              <a:cxnLst/>
              <a:rect r="r" b="b" t="t" l="l"/>
              <a:pathLst>
                <a:path h="558447" w="1675342">
                  <a:moveTo>
                    <a:pt x="0" y="0"/>
                  </a:moveTo>
                  <a:lnTo>
                    <a:pt x="1675342" y="0"/>
                  </a:lnTo>
                  <a:lnTo>
                    <a:pt x="1675342" y="558448"/>
                  </a:lnTo>
                  <a:lnTo>
                    <a:pt x="0" y="558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827278" y="3824151"/>
              <a:ext cx="558447" cy="546307"/>
            </a:xfrm>
            <a:custGeom>
              <a:avLst/>
              <a:gdLst/>
              <a:ahLst/>
              <a:cxnLst/>
              <a:rect r="r" b="b" t="t" l="l"/>
              <a:pathLst>
                <a:path h="546307" w="558447">
                  <a:moveTo>
                    <a:pt x="0" y="0"/>
                  </a:moveTo>
                  <a:lnTo>
                    <a:pt x="558448" y="0"/>
                  </a:lnTo>
                  <a:lnTo>
                    <a:pt x="558448" y="546308"/>
                  </a:lnTo>
                  <a:lnTo>
                    <a:pt x="0" y="5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106502" y="3277844"/>
              <a:ext cx="2221650" cy="1092615"/>
            </a:xfrm>
            <a:custGeom>
              <a:avLst/>
              <a:gdLst/>
              <a:ahLst/>
              <a:cxnLst/>
              <a:rect r="r" b="b" t="t" l="l"/>
              <a:pathLst>
                <a:path h="1092615" w="2221650">
                  <a:moveTo>
                    <a:pt x="0" y="0"/>
                  </a:moveTo>
                  <a:lnTo>
                    <a:pt x="2221650" y="0"/>
                  </a:lnTo>
                  <a:lnTo>
                    <a:pt x="2221650" y="1092615"/>
                  </a:lnTo>
                  <a:lnTo>
                    <a:pt x="0" y="1092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432907" y="4091235"/>
              <a:ext cx="558447" cy="1651062"/>
            </a:xfrm>
            <a:custGeom>
              <a:avLst/>
              <a:gdLst/>
              <a:ahLst/>
              <a:cxnLst/>
              <a:rect r="r" b="b" t="t" l="l"/>
              <a:pathLst>
                <a:path h="1651062" w="558447">
                  <a:moveTo>
                    <a:pt x="0" y="0"/>
                  </a:moveTo>
                  <a:lnTo>
                    <a:pt x="558447" y="0"/>
                  </a:lnTo>
                  <a:lnTo>
                    <a:pt x="558447" y="1651062"/>
                  </a:lnTo>
                  <a:lnTo>
                    <a:pt x="0" y="1651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3536282" y="279224"/>
              <a:ext cx="6397866" cy="2464453"/>
            </a:xfrm>
            <a:custGeom>
              <a:avLst/>
              <a:gdLst/>
              <a:ahLst/>
              <a:cxnLst/>
              <a:rect r="r" b="b" t="t" l="l"/>
              <a:pathLst>
                <a:path h="2464453" w="6397866">
                  <a:moveTo>
                    <a:pt x="0" y="0"/>
                  </a:moveTo>
                  <a:lnTo>
                    <a:pt x="6397865" y="0"/>
                  </a:lnTo>
                  <a:lnTo>
                    <a:pt x="6397865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3604267" y="689858"/>
              <a:ext cx="909055" cy="88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b="true" sz="4029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14701737" y="546307"/>
              <a:ext cx="291364" cy="1638922"/>
            </a:xfrm>
            <a:custGeom>
              <a:avLst/>
              <a:gdLst/>
              <a:ahLst/>
              <a:cxnLst/>
              <a:rect r="r" b="b" t="t" l="l"/>
              <a:pathLst>
                <a:path h="1638922" w="291364">
                  <a:moveTo>
                    <a:pt x="0" y="0"/>
                  </a:moveTo>
                  <a:lnTo>
                    <a:pt x="291364" y="0"/>
                  </a:lnTo>
                  <a:lnTo>
                    <a:pt x="291364" y="1638922"/>
                  </a:lnTo>
                  <a:lnTo>
                    <a:pt x="0" y="1638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5189286" y="1263098"/>
              <a:ext cx="1305310" cy="821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Database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SQLite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13038535" y="1092615"/>
              <a:ext cx="570588" cy="546307"/>
            </a:xfrm>
            <a:custGeom>
              <a:avLst/>
              <a:gdLst/>
              <a:ahLst/>
              <a:cxnLst/>
              <a:rect r="r" b="b" t="t" l="l"/>
              <a:pathLst>
                <a:path h="546307" w="570588">
                  <a:moveTo>
                    <a:pt x="0" y="0"/>
                  </a:moveTo>
                  <a:lnTo>
                    <a:pt x="570588" y="0"/>
                  </a:lnTo>
                  <a:lnTo>
                    <a:pt x="570588" y="546307"/>
                  </a:lnTo>
                  <a:lnTo>
                    <a:pt x="0" y="546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654556" y="1359698"/>
              <a:ext cx="1675342" cy="558447"/>
            </a:xfrm>
            <a:custGeom>
              <a:avLst/>
              <a:gdLst/>
              <a:ahLst/>
              <a:cxnLst/>
              <a:rect r="r" b="b" t="t" l="l"/>
              <a:pathLst>
                <a:path h="558447" w="1675342">
                  <a:moveTo>
                    <a:pt x="0" y="0"/>
                  </a:moveTo>
                  <a:lnTo>
                    <a:pt x="1675343" y="0"/>
                  </a:lnTo>
                  <a:lnTo>
                    <a:pt x="1675343" y="558448"/>
                  </a:lnTo>
                  <a:lnTo>
                    <a:pt x="0" y="558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3038535" y="3544928"/>
              <a:ext cx="570588" cy="558447"/>
            </a:xfrm>
            <a:custGeom>
              <a:avLst/>
              <a:gdLst/>
              <a:ahLst/>
              <a:cxnLst/>
              <a:rect r="r" b="b" t="t" l="l"/>
              <a:pathLst>
                <a:path h="558447" w="570588">
                  <a:moveTo>
                    <a:pt x="0" y="0"/>
                  </a:moveTo>
                  <a:lnTo>
                    <a:pt x="570588" y="0"/>
                  </a:lnTo>
                  <a:lnTo>
                    <a:pt x="570588" y="558447"/>
                  </a:lnTo>
                  <a:lnTo>
                    <a:pt x="0" y="558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375333" y="2998620"/>
              <a:ext cx="1954566" cy="825531"/>
            </a:xfrm>
            <a:custGeom>
              <a:avLst/>
              <a:gdLst/>
              <a:ahLst/>
              <a:cxnLst/>
              <a:rect r="r" b="b" t="t" l="l"/>
              <a:pathLst>
                <a:path h="825531" w="1954566">
                  <a:moveTo>
                    <a:pt x="0" y="0"/>
                  </a:moveTo>
                  <a:lnTo>
                    <a:pt x="1954566" y="0"/>
                  </a:lnTo>
                  <a:lnTo>
                    <a:pt x="1954566" y="825531"/>
                  </a:lnTo>
                  <a:lnTo>
                    <a:pt x="0" y="825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3038535" y="2998620"/>
              <a:ext cx="6397866" cy="3557068"/>
            </a:xfrm>
            <a:custGeom>
              <a:avLst/>
              <a:gdLst/>
              <a:ahLst/>
              <a:cxnLst/>
              <a:rect r="r" b="b" t="t" l="l"/>
              <a:pathLst>
                <a:path h="3557068" w="6397866">
                  <a:moveTo>
                    <a:pt x="0" y="0"/>
                  </a:moveTo>
                  <a:lnTo>
                    <a:pt x="6397866" y="0"/>
                  </a:lnTo>
                  <a:lnTo>
                    <a:pt x="6397866" y="3557068"/>
                  </a:lnTo>
                  <a:lnTo>
                    <a:pt x="0" y="355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3604267" y="3430135"/>
              <a:ext cx="909055" cy="88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b="true" sz="4029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14701737" y="3544928"/>
              <a:ext cx="291364" cy="2743677"/>
            </a:xfrm>
            <a:custGeom>
              <a:avLst/>
              <a:gdLst/>
              <a:ahLst/>
              <a:cxnLst/>
              <a:rect r="r" b="b" t="t" l="l"/>
              <a:pathLst>
                <a:path h="2743677" w="291364">
                  <a:moveTo>
                    <a:pt x="0" y="0"/>
                  </a:moveTo>
                  <a:lnTo>
                    <a:pt x="291364" y="0"/>
                  </a:lnTo>
                  <a:lnTo>
                    <a:pt x="291364" y="2743676"/>
                  </a:lnTo>
                  <a:lnTo>
                    <a:pt x="0" y="2743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5189286" y="4095155"/>
              <a:ext cx="2517384" cy="2132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BroadcastReceiver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Notification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Thread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Handler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Sync Task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879783" y="741615"/>
              <a:ext cx="2097820" cy="43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Development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189286" y="750566"/>
              <a:ext cx="769201" cy="42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3"/>
                </a:lnSpc>
              </a:pPr>
              <a:r>
                <a:rPr lang="en-US" sz="1895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Data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879783" y="3521226"/>
              <a:ext cx="372946" cy="43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UI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5189286" y="3521226"/>
              <a:ext cx="1212074" cy="43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System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8289789" y="5907497"/>
              <a:ext cx="4312186" cy="431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Architecture &amp; Components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636" y="290965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30619" y="3019197"/>
            <a:ext cx="3239077" cy="7139444"/>
          </a:xfrm>
          <a:custGeom>
            <a:avLst/>
            <a:gdLst/>
            <a:ahLst/>
            <a:cxnLst/>
            <a:rect r="r" b="b" t="t" l="l"/>
            <a:pathLst>
              <a:path h="7139444" w="3239077">
                <a:moveTo>
                  <a:pt x="0" y="0"/>
                </a:moveTo>
                <a:lnTo>
                  <a:pt x="3239077" y="0"/>
                </a:lnTo>
                <a:lnTo>
                  <a:pt x="3239077" y="7139444"/>
                </a:lnTo>
                <a:lnTo>
                  <a:pt x="0" y="713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47820" y="3201075"/>
            <a:ext cx="3214093" cy="6957566"/>
          </a:xfrm>
          <a:custGeom>
            <a:avLst/>
            <a:gdLst/>
            <a:ahLst/>
            <a:cxnLst/>
            <a:rect r="r" b="b" t="t" l="l"/>
            <a:pathLst>
              <a:path h="6957566" w="3214093">
                <a:moveTo>
                  <a:pt x="0" y="0"/>
                </a:moveTo>
                <a:lnTo>
                  <a:pt x="3214093" y="0"/>
                </a:lnTo>
                <a:lnTo>
                  <a:pt x="3214093" y="6957566"/>
                </a:lnTo>
                <a:lnTo>
                  <a:pt x="0" y="6957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44548" y="5871507"/>
            <a:ext cx="3705322" cy="3861317"/>
            <a:chOff x="0" y="0"/>
            <a:chExt cx="4940430" cy="5148423"/>
          </a:xfrm>
        </p:grpSpPr>
        <p:sp>
          <p:nvSpPr>
            <p:cNvPr name="AutoShape 7" id="7"/>
            <p:cNvSpPr/>
            <p:nvPr/>
          </p:nvSpPr>
          <p:spPr>
            <a:xfrm flipH="true">
              <a:off x="19600" y="1457416"/>
              <a:ext cx="3029068" cy="367485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8" id="8"/>
            <p:cNvGrpSpPr/>
            <p:nvPr/>
          </p:nvGrpSpPr>
          <p:grpSpPr>
            <a:xfrm rot="0">
              <a:off x="1842847" y="0"/>
              <a:ext cx="3097583" cy="1498714"/>
              <a:chOff x="0" y="0"/>
              <a:chExt cx="611868" cy="29604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11868" cy="296042"/>
              </a:xfrm>
              <a:custGeom>
                <a:avLst/>
                <a:gdLst/>
                <a:ahLst/>
                <a:cxnLst/>
                <a:rect r="r" b="b" t="t" l="l"/>
                <a:pathLst>
                  <a:path h="296042" w="611868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611868" cy="3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Đ</a:t>
                </a:r>
                <a:r>
                  <a:rPr lang="en-US" b="true" sz="17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ăng nhập nếu đã có tài khoản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216936" y="5487344"/>
            <a:ext cx="3616053" cy="3688784"/>
            <a:chOff x="0" y="0"/>
            <a:chExt cx="4821404" cy="4918378"/>
          </a:xfrm>
        </p:grpSpPr>
        <p:sp>
          <p:nvSpPr>
            <p:cNvPr name="AutoShape 12" id="12"/>
            <p:cNvSpPr/>
            <p:nvPr/>
          </p:nvSpPr>
          <p:spPr>
            <a:xfrm>
              <a:off x="1641955" y="1552883"/>
              <a:ext cx="3159354" cy="3346523"/>
            </a:xfrm>
            <a:prstGeom prst="line">
              <a:avLst/>
            </a:prstGeom>
            <a:ln cap="flat" w="5527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3370250" cy="1630640"/>
              <a:chOff x="0" y="0"/>
              <a:chExt cx="611868" cy="29604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11868" cy="296042"/>
              </a:xfrm>
              <a:custGeom>
                <a:avLst/>
                <a:gdLst/>
                <a:ahLst/>
                <a:cxnLst/>
                <a:rect r="r" b="b" t="t" l="l"/>
                <a:pathLst>
                  <a:path h="296042" w="611868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611868" cy="3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Bắt đầu vào học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8345831" y="4067089"/>
            <a:ext cx="3285016" cy="1981574"/>
            <a:chOff x="0" y="0"/>
            <a:chExt cx="4380021" cy="2642099"/>
          </a:xfrm>
        </p:grpSpPr>
        <p:sp>
          <p:nvSpPr>
            <p:cNvPr name="AutoShape 17" id="17"/>
            <p:cNvSpPr/>
            <p:nvPr/>
          </p:nvSpPr>
          <p:spPr>
            <a:xfrm>
              <a:off x="1381410" y="1435214"/>
              <a:ext cx="2989263" cy="118326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3097583" cy="1498714"/>
              <a:chOff x="0" y="0"/>
              <a:chExt cx="611868" cy="29604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868" cy="296042"/>
              </a:xfrm>
              <a:custGeom>
                <a:avLst/>
                <a:gdLst/>
                <a:ahLst/>
                <a:cxnLst/>
                <a:rect r="r" b="b" t="t" l="l"/>
                <a:pathLst>
                  <a:path h="296042" w="611868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66675"/>
                <a:ext cx="611868" cy="3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Chọn ngôn ngữ muốn học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3488903" y="6580192"/>
            <a:ext cx="3907417" cy="2901033"/>
            <a:chOff x="0" y="0"/>
            <a:chExt cx="5209890" cy="3868045"/>
          </a:xfrm>
        </p:grpSpPr>
        <p:sp>
          <p:nvSpPr>
            <p:cNvPr name="AutoShape 22" id="22"/>
            <p:cNvSpPr/>
            <p:nvPr/>
          </p:nvSpPr>
          <p:spPr>
            <a:xfrm flipH="true">
              <a:off x="14687" y="1384414"/>
              <a:ext cx="3475266" cy="246290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2112306" y="0"/>
              <a:ext cx="3097583" cy="1498714"/>
              <a:chOff x="0" y="0"/>
              <a:chExt cx="611868" cy="29604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11868" cy="296042"/>
              </a:xfrm>
              <a:custGeom>
                <a:avLst/>
                <a:gdLst/>
                <a:ahLst/>
                <a:cxnLst/>
                <a:rect r="r" b="b" t="t" l="l"/>
                <a:pathLst>
                  <a:path h="296042" w="611868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611868" cy="3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  <a:r>
                  <a:rPr lang="en-US" b="true" sz="17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Tiếp tục...</a:t>
                </a: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688467" y="1387564"/>
            <a:ext cx="8522208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b="true" sz="5499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HIỆU ỨNG &amp; TRẢI NGHIỆM NGƯỜI DÙNG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636" y="290965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33570" y="3340065"/>
            <a:ext cx="2959712" cy="6607245"/>
          </a:xfrm>
          <a:custGeom>
            <a:avLst/>
            <a:gdLst/>
            <a:ahLst/>
            <a:cxnLst/>
            <a:rect r="r" b="b" t="t" l="l"/>
            <a:pathLst>
              <a:path h="6607245" w="2959712">
                <a:moveTo>
                  <a:pt x="0" y="0"/>
                </a:moveTo>
                <a:lnTo>
                  <a:pt x="2959712" y="0"/>
                </a:lnTo>
                <a:lnTo>
                  <a:pt x="2959712" y="6607245"/>
                </a:lnTo>
                <a:lnTo>
                  <a:pt x="0" y="6607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5673618" y="7033325"/>
            <a:ext cx="2126174" cy="22249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48685" y="5743181"/>
            <a:ext cx="2495315" cy="1313304"/>
            <a:chOff x="0" y="0"/>
            <a:chExt cx="657202" cy="3458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7202" cy="345891"/>
            </a:xfrm>
            <a:custGeom>
              <a:avLst/>
              <a:gdLst/>
              <a:ahLst/>
              <a:cxnLst/>
              <a:rect r="r" b="b" t="t" l="l"/>
              <a:pathLst>
                <a:path h="345891" w="657202">
                  <a:moveTo>
                    <a:pt x="52744" y="0"/>
                  </a:moveTo>
                  <a:lnTo>
                    <a:pt x="604458" y="0"/>
                  </a:lnTo>
                  <a:cubicBezTo>
                    <a:pt x="618447" y="0"/>
                    <a:pt x="631862" y="5557"/>
                    <a:pt x="641754" y="15448"/>
                  </a:cubicBezTo>
                  <a:cubicBezTo>
                    <a:pt x="651645" y="25340"/>
                    <a:pt x="657202" y="38755"/>
                    <a:pt x="657202" y="52744"/>
                  </a:cubicBezTo>
                  <a:lnTo>
                    <a:pt x="657202" y="293147"/>
                  </a:lnTo>
                  <a:cubicBezTo>
                    <a:pt x="657202" y="307135"/>
                    <a:pt x="651645" y="320551"/>
                    <a:pt x="641754" y="330442"/>
                  </a:cubicBezTo>
                  <a:cubicBezTo>
                    <a:pt x="631862" y="340334"/>
                    <a:pt x="618447" y="345891"/>
                    <a:pt x="604458" y="345891"/>
                  </a:cubicBezTo>
                  <a:lnTo>
                    <a:pt x="52744" y="345891"/>
                  </a:lnTo>
                  <a:cubicBezTo>
                    <a:pt x="38755" y="345891"/>
                    <a:pt x="25340" y="340334"/>
                    <a:pt x="15448" y="330442"/>
                  </a:cubicBezTo>
                  <a:cubicBezTo>
                    <a:pt x="5557" y="320551"/>
                    <a:pt x="0" y="307135"/>
                    <a:pt x="0" y="293147"/>
                  </a:cubicBezTo>
                  <a:lnTo>
                    <a:pt x="0" y="52744"/>
                  </a:lnTo>
                  <a:cubicBezTo>
                    <a:pt x="0" y="38755"/>
                    <a:pt x="5557" y="25340"/>
                    <a:pt x="15448" y="15448"/>
                  </a:cubicBezTo>
                  <a:cubicBezTo>
                    <a:pt x="25340" y="5557"/>
                    <a:pt x="38755" y="0"/>
                    <a:pt x="52744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57202" cy="41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 tục...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657926" y="5896189"/>
            <a:ext cx="1669595" cy="11135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49837" y="6947917"/>
            <a:ext cx="2397129" cy="1207082"/>
            <a:chOff x="0" y="0"/>
            <a:chExt cx="631343" cy="317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1343" cy="317915"/>
            </a:xfrm>
            <a:custGeom>
              <a:avLst/>
              <a:gdLst/>
              <a:ahLst/>
              <a:cxnLst/>
              <a:rect r="r" b="b" t="t" l="l"/>
              <a:pathLst>
                <a:path h="317915" w="631343">
                  <a:moveTo>
                    <a:pt x="54904" y="0"/>
                  </a:moveTo>
                  <a:lnTo>
                    <a:pt x="576438" y="0"/>
                  </a:lnTo>
                  <a:cubicBezTo>
                    <a:pt x="606761" y="0"/>
                    <a:pt x="631343" y="24581"/>
                    <a:pt x="631343" y="54904"/>
                  </a:cubicBezTo>
                  <a:lnTo>
                    <a:pt x="631343" y="263010"/>
                  </a:lnTo>
                  <a:cubicBezTo>
                    <a:pt x="631343" y="277572"/>
                    <a:pt x="625558" y="291537"/>
                    <a:pt x="615261" y="301834"/>
                  </a:cubicBezTo>
                  <a:cubicBezTo>
                    <a:pt x="604965" y="312130"/>
                    <a:pt x="591000" y="317915"/>
                    <a:pt x="576438" y="317915"/>
                  </a:cubicBezTo>
                  <a:lnTo>
                    <a:pt x="54904" y="317915"/>
                  </a:lnTo>
                  <a:cubicBezTo>
                    <a:pt x="40343" y="317915"/>
                    <a:pt x="26378" y="312130"/>
                    <a:pt x="16081" y="301834"/>
                  </a:cubicBezTo>
                  <a:cubicBezTo>
                    <a:pt x="5785" y="291537"/>
                    <a:pt x="0" y="277572"/>
                    <a:pt x="0" y="263010"/>
                  </a:cubicBezTo>
                  <a:lnTo>
                    <a:pt x="0" y="54904"/>
                  </a:lnTo>
                  <a:cubicBezTo>
                    <a:pt x="0" y="40343"/>
                    <a:pt x="5785" y="26378"/>
                    <a:pt x="16081" y="16081"/>
                  </a:cubicBezTo>
                  <a:cubicBezTo>
                    <a:pt x="26378" y="5785"/>
                    <a:pt x="40343" y="0"/>
                    <a:pt x="54904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31343" cy="384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 cấp độ của bạn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623836" y="3128734"/>
            <a:ext cx="2976039" cy="6817024"/>
          </a:xfrm>
          <a:custGeom>
            <a:avLst/>
            <a:gdLst/>
            <a:ahLst/>
            <a:cxnLst/>
            <a:rect r="r" b="b" t="t" l="l"/>
            <a:pathLst>
              <a:path h="6817024" w="2976039">
                <a:moveTo>
                  <a:pt x="0" y="0"/>
                </a:moveTo>
                <a:lnTo>
                  <a:pt x="2976039" y="0"/>
                </a:lnTo>
                <a:lnTo>
                  <a:pt x="2976039" y="6817025"/>
                </a:lnTo>
                <a:lnTo>
                  <a:pt x="0" y="6817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9" t="0" r="-1599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9352925" y="4873634"/>
            <a:ext cx="2514671" cy="6371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097227" y="3710021"/>
            <a:ext cx="2511395" cy="1215097"/>
            <a:chOff x="0" y="0"/>
            <a:chExt cx="611868" cy="296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1868" cy="296042"/>
            </a:xfrm>
            <a:custGeom>
              <a:avLst/>
              <a:gdLst/>
              <a:ahLst/>
              <a:cxnLst/>
              <a:rect r="r" b="b" t="t" l="l"/>
              <a:pathLst>
                <a:path h="296042" w="611868">
                  <a:moveTo>
                    <a:pt x="52406" y="0"/>
                  </a:moveTo>
                  <a:lnTo>
                    <a:pt x="559462" y="0"/>
                  </a:lnTo>
                  <a:cubicBezTo>
                    <a:pt x="588405" y="0"/>
                    <a:pt x="611868" y="23463"/>
                    <a:pt x="611868" y="52406"/>
                  </a:cubicBezTo>
                  <a:lnTo>
                    <a:pt x="611868" y="243636"/>
                  </a:lnTo>
                  <a:cubicBezTo>
                    <a:pt x="611868" y="257535"/>
                    <a:pt x="606347" y="270865"/>
                    <a:pt x="596519" y="280693"/>
                  </a:cubicBezTo>
                  <a:cubicBezTo>
                    <a:pt x="586691" y="290521"/>
                    <a:pt x="573361" y="296042"/>
                    <a:pt x="559462" y="296042"/>
                  </a:cubicBezTo>
                  <a:lnTo>
                    <a:pt x="52406" y="296042"/>
                  </a:lnTo>
                  <a:cubicBezTo>
                    <a:pt x="23463" y="296042"/>
                    <a:pt x="0" y="272579"/>
                    <a:pt x="0" y="243636"/>
                  </a:cubicBezTo>
                  <a:lnTo>
                    <a:pt x="0" y="52406"/>
                  </a:lnTo>
                  <a:cubicBezTo>
                    <a:pt x="0" y="23463"/>
                    <a:pt x="23463" y="0"/>
                    <a:pt x="5240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11868" cy="3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 chủ đề muốn học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4266558" y="7763969"/>
            <a:ext cx="2285058" cy="14783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002645" y="6537247"/>
            <a:ext cx="2560634" cy="1280817"/>
            <a:chOff x="0" y="0"/>
            <a:chExt cx="674406" cy="3373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4406" cy="337335"/>
            </a:xfrm>
            <a:custGeom>
              <a:avLst/>
              <a:gdLst/>
              <a:ahLst/>
              <a:cxnLst/>
              <a:rect r="r" b="b" t="t" l="l"/>
              <a:pathLst>
                <a:path h="337335" w="674406">
                  <a:moveTo>
                    <a:pt x="51398" y="0"/>
                  </a:moveTo>
                  <a:lnTo>
                    <a:pt x="623007" y="0"/>
                  </a:lnTo>
                  <a:cubicBezTo>
                    <a:pt x="636639" y="0"/>
                    <a:pt x="649712" y="5415"/>
                    <a:pt x="659351" y="15054"/>
                  </a:cubicBezTo>
                  <a:cubicBezTo>
                    <a:pt x="668991" y="24693"/>
                    <a:pt x="674406" y="37767"/>
                    <a:pt x="674406" y="51398"/>
                  </a:cubicBezTo>
                  <a:lnTo>
                    <a:pt x="674406" y="285936"/>
                  </a:lnTo>
                  <a:cubicBezTo>
                    <a:pt x="674406" y="299568"/>
                    <a:pt x="668991" y="312641"/>
                    <a:pt x="659351" y="322280"/>
                  </a:cubicBezTo>
                  <a:cubicBezTo>
                    <a:pt x="649712" y="331919"/>
                    <a:pt x="636639" y="337335"/>
                    <a:pt x="623007" y="337335"/>
                  </a:cubicBezTo>
                  <a:lnTo>
                    <a:pt x="51398" y="337335"/>
                  </a:lnTo>
                  <a:cubicBezTo>
                    <a:pt x="37767" y="337335"/>
                    <a:pt x="24693" y="331919"/>
                    <a:pt x="15054" y="322280"/>
                  </a:cubicBezTo>
                  <a:cubicBezTo>
                    <a:pt x="5415" y="312641"/>
                    <a:pt x="0" y="299568"/>
                    <a:pt x="0" y="285936"/>
                  </a:cubicBezTo>
                  <a:lnTo>
                    <a:pt x="0" y="51398"/>
                  </a:lnTo>
                  <a:cubicBezTo>
                    <a:pt x="0" y="37767"/>
                    <a:pt x="5415" y="24693"/>
                    <a:pt x="15054" y="15054"/>
                  </a:cubicBezTo>
                  <a:cubicBezTo>
                    <a:pt x="24693" y="5415"/>
                    <a:pt x="37767" y="0"/>
                    <a:pt x="51398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74406" cy="404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 tục...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8467" y="1387564"/>
            <a:ext cx="8522208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b="true" sz="5499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HIỆU ỨNG &amp; TRẢI NGHIỆM NGƯỜI DÙNG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636" y="290965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27522" y="3341618"/>
            <a:ext cx="3031630" cy="6604141"/>
          </a:xfrm>
          <a:custGeom>
            <a:avLst/>
            <a:gdLst/>
            <a:ahLst/>
            <a:cxnLst/>
            <a:rect r="r" b="b" t="t" l="l"/>
            <a:pathLst>
              <a:path h="6604141" w="3031630">
                <a:moveTo>
                  <a:pt x="0" y="0"/>
                </a:moveTo>
                <a:lnTo>
                  <a:pt x="3031630" y="0"/>
                </a:lnTo>
                <a:lnTo>
                  <a:pt x="3031630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23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798987" y="5323900"/>
            <a:ext cx="1848577" cy="7332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50634" y="3868869"/>
            <a:ext cx="2855392" cy="1502656"/>
            <a:chOff x="0" y="0"/>
            <a:chExt cx="752037" cy="3957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2037" cy="395761"/>
            </a:xfrm>
            <a:custGeom>
              <a:avLst/>
              <a:gdLst/>
              <a:ahLst/>
              <a:cxnLst/>
              <a:rect r="r" b="b" t="t" l="l"/>
              <a:pathLst>
                <a:path h="395761" w="752037">
                  <a:moveTo>
                    <a:pt x="46093" y="0"/>
                  </a:moveTo>
                  <a:lnTo>
                    <a:pt x="705945" y="0"/>
                  </a:lnTo>
                  <a:cubicBezTo>
                    <a:pt x="718169" y="0"/>
                    <a:pt x="729893" y="4856"/>
                    <a:pt x="738537" y="13500"/>
                  </a:cubicBezTo>
                  <a:cubicBezTo>
                    <a:pt x="747181" y="22144"/>
                    <a:pt x="752037" y="33868"/>
                    <a:pt x="752037" y="46093"/>
                  </a:cubicBezTo>
                  <a:lnTo>
                    <a:pt x="752037" y="349669"/>
                  </a:lnTo>
                  <a:cubicBezTo>
                    <a:pt x="752037" y="361893"/>
                    <a:pt x="747181" y="373617"/>
                    <a:pt x="738537" y="382261"/>
                  </a:cubicBezTo>
                  <a:cubicBezTo>
                    <a:pt x="729893" y="390905"/>
                    <a:pt x="718169" y="395761"/>
                    <a:pt x="705945" y="395761"/>
                  </a:cubicBezTo>
                  <a:lnTo>
                    <a:pt x="46093" y="395761"/>
                  </a:lnTo>
                  <a:cubicBezTo>
                    <a:pt x="33868" y="395761"/>
                    <a:pt x="22144" y="390905"/>
                    <a:pt x="13500" y="382261"/>
                  </a:cubicBezTo>
                  <a:cubicBezTo>
                    <a:pt x="4856" y="373617"/>
                    <a:pt x="0" y="361893"/>
                    <a:pt x="0" y="349669"/>
                  </a:cubicBezTo>
                  <a:lnTo>
                    <a:pt x="0" y="46093"/>
                  </a:lnTo>
                  <a:cubicBezTo>
                    <a:pt x="0" y="33868"/>
                    <a:pt x="4856" y="22144"/>
                    <a:pt x="13500" y="13500"/>
                  </a:cubicBezTo>
                  <a:cubicBezTo>
                    <a:pt x="22144" y="4856"/>
                    <a:pt x="33868" y="0"/>
                    <a:pt x="46093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52037" cy="462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 khung giờ rảnh để được nhắc thông báo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5911999" y="7256966"/>
            <a:ext cx="2034489" cy="20013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744613" y="6177325"/>
            <a:ext cx="2508815" cy="1217526"/>
            <a:chOff x="0" y="0"/>
            <a:chExt cx="660758" cy="3206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758" cy="320665"/>
            </a:xfrm>
            <a:custGeom>
              <a:avLst/>
              <a:gdLst/>
              <a:ahLst/>
              <a:cxnLst/>
              <a:rect r="r" b="b" t="t" l="l"/>
              <a:pathLst>
                <a:path h="320665" w="660758">
                  <a:moveTo>
                    <a:pt x="52460" y="0"/>
                  </a:moveTo>
                  <a:lnTo>
                    <a:pt x="608298" y="0"/>
                  </a:lnTo>
                  <a:cubicBezTo>
                    <a:pt x="637271" y="0"/>
                    <a:pt x="660758" y="23487"/>
                    <a:pt x="660758" y="52460"/>
                  </a:cubicBezTo>
                  <a:lnTo>
                    <a:pt x="660758" y="268205"/>
                  </a:lnTo>
                  <a:cubicBezTo>
                    <a:pt x="660758" y="282119"/>
                    <a:pt x="655231" y="295462"/>
                    <a:pt x="645393" y="305300"/>
                  </a:cubicBezTo>
                  <a:cubicBezTo>
                    <a:pt x="635554" y="315138"/>
                    <a:pt x="622211" y="320665"/>
                    <a:pt x="608298" y="320665"/>
                  </a:cubicBezTo>
                  <a:lnTo>
                    <a:pt x="52460" y="320665"/>
                  </a:lnTo>
                  <a:cubicBezTo>
                    <a:pt x="23487" y="320665"/>
                    <a:pt x="0" y="297178"/>
                    <a:pt x="0" y="268205"/>
                  </a:cubicBezTo>
                  <a:lnTo>
                    <a:pt x="0" y="52460"/>
                  </a:lnTo>
                  <a:cubicBezTo>
                    <a:pt x="0" y="23487"/>
                    <a:pt x="23487" y="0"/>
                    <a:pt x="5246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60758" cy="387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 tục...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186489" y="3128734"/>
            <a:ext cx="3101380" cy="6817024"/>
          </a:xfrm>
          <a:custGeom>
            <a:avLst/>
            <a:gdLst/>
            <a:ahLst/>
            <a:cxnLst/>
            <a:rect r="r" b="b" t="t" l="l"/>
            <a:pathLst>
              <a:path h="6817024" w="3101380">
                <a:moveTo>
                  <a:pt x="0" y="0"/>
                </a:moveTo>
                <a:lnTo>
                  <a:pt x="3101380" y="0"/>
                </a:lnTo>
                <a:lnTo>
                  <a:pt x="3101380" y="6817025"/>
                </a:lnTo>
                <a:lnTo>
                  <a:pt x="0" y="6817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1" t="-2616" r="-11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>
            <a:off x="13752870" y="8090416"/>
            <a:ext cx="2437031" cy="9652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4640294" y="6903643"/>
            <a:ext cx="2590860" cy="1300993"/>
            <a:chOff x="0" y="0"/>
            <a:chExt cx="649071" cy="3259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071" cy="325929"/>
            </a:xfrm>
            <a:custGeom>
              <a:avLst/>
              <a:gdLst/>
              <a:ahLst/>
              <a:cxnLst/>
              <a:rect r="r" b="b" t="t" l="l"/>
              <a:pathLst>
                <a:path h="325929" w="649071">
                  <a:moveTo>
                    <a:pt x="50799" y="0"/>
                  </a:moveTo>
                  <a:lnTo>
                    <a:pt x="598272" y="0"/>
                  </a:lnTo>
                  <a:cubicBezTo>
                    <a:pt x="611745" y="0"/>
                    <a:pt x="624666" y="5352"/>
                    <a:pt x="634193" y="14879"/>
                  </a:cubicBezTo>
                  <a:cubicBezTo>
                    <a:pt x="643719" y="24405"/>
                    <a:pt x="649071" y="37326"/>
                    <a:pt x="649071" y="50799"/>
                  </a:cubicBezTo>
                  <a:lnTo>
                    <a:pt x="649071" y="275131"/>
                  </a:lnTo>
                  <a:cubicBezTo>
                    <a:pt x="649071" y="288603"/>
                    <a:pt x="643719" y="301524"/>
                    <a:pt x="634193" y="311051"/>
                  </a:cubicBezTo>
                  <a:cubicBezTo>
                    <a:pt x="624666" y="320577"/>
                    <a:pt x="611745" y="325929"/>
                    <a:pt x="598272" y="325929"/>
                  </a:cubicBezTo>
                  <a:lnTo>
                    <a:pt x="50799" y="325929"/>
                  </a:lnTo>
                  <a:cubicBezTo>
                    <a:pt x="37326" y="325929"/>
                    <a:pt x="24405" y="320577"/>
                    <a:pt x="14879" y="311051"/>
                  </a:cubicBezTo>
                  <a:cubicBezTo>
                    <a:pt x="5352" y="301524"/>
                    <a:pt x="0" y="288603"/>
                    <a:pt x="0" y="275131"/>
                  </a:cubicBezTo>
                  <a:lnTo>
                    <a:pt x="0" y="50799"/>
                  </a:lnTo>
                  <a:cubicBezTo>
                    <a:pt x="0" y="37326"/>
                    <a:pt x="5352" y="24405"/>
                    <a:pt x="14879" y="14879"/>
                  </a:cubicBezTo>
                  <a:cubicBezTo>
                    <a:pt x="24405" y="5352"/>
                    <a:pt x="37326" y="0"/>
                    <a:pt x="50799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49071" cy="39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Bật thông báo để nhận thông báo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88467" y="1387564"/>
            <a:ext cx="8522208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b="true" sz="5499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HIỆU ỨNG &amp; TRẢI NGHIỆM NGƯỜI DÙNG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42953" y="3383357"/>
            <a:ext cx="3045047" cy="3520286"/>
          </a:xfrm>
          <a:custGeom>
            <a:avLst/>
            <a:gdLst/>
            <a:ahLst/>
            <a:cxnLst/>
            <a:rect r="r" b="b" t="t" l="l"/>
            <a:pathLst>
              <a:path h="3520286" w="3045047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636" y="290965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37835" y="3195083"/>
            <a:ext cx="2992848" cy="6604141"/>
          </a:xfrm>
          <a:custGeom>
            <a:avLst/>
            <a:gdLst/>
            <a:ahLst/>
            <a:cxnLst/>
            <a:rect r="r" b="b" t="t" l="l"/>
            <a:pathLst>
              <a:path h="6604141" w="2992848">
                <a:moveTo>
                  <a:pt x="0" y="0"/>
                </a:moveTo>
                <a:lnTo>
                  <a:pt x="2992848" y="0"/>
                </a:lnTo>
                <a:lnTo>
                  <a:pt x="2992848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78" r="-2782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409369" y="7137752"/>
            <a:ext cx="2078543" cy="17723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970298"/>
            <a:ext cx="2532737" cy="1205554"/>
            <a:chOff x="0" y="0"/>
            <a:chExt cx="667058" cy="3175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7058" cy="317512"/>
            </a:xfrm>
            <a:custGeom>
              <a:avLst/>
              <a:gdLst/>
              <a:ahLst/>
              <a:cxnLst/>
              <a:rect r="r" b="b" t="t" l="l"/>
              <a:pathLst>
                <a:path h="317512" w="667058">
                  <a:moveTo>
                    <a:pt x="51965" y="0"/>
                  </a:moveTo>
                  <a:lnTo>
                    <a:pt x="615094" y="0"/>
                  </a:lnTo>
                  <a:cubicBezTo>
                    <a:pt x="643793" y="0"/>
                    <a:pt x="667058" y="23265"/>
                    <a:pt x="667058" y="51965"/>
                  </a:cubicBezTo>
                  <a:lnTo>
                    <a:pt x="667058" y="265548"/>
                  </a:lnTo>
                  <a:cubicBezTo>
                    <a:pt x="667058" y="294247"/>
                    <a:pt x="643793" y="317512"/>
                    <a:pt x="615094" y="317512"/>
                  </a:cubicBezTo>
                  <a:lnTo>
                    <a:pt x="51965" y="317512"/>
                  </a:lnTo>
                  <a:cubicBezTo>
                    <a:pt x="23265" y="317512"/>
                    <a:pt x="0" y="294247"/>
                    <a:pt x="0" y="265548"/>
                  </a:cubicBezTo>
                  <a:lnTo>
                    <a:pt x="0" y="51965"/>
                  </a:lnTo>
                  <a:cubicBezTo>
                    <a:pt x="0" y="23265"/>
                    <a:pt x="23265" y="0"/>
                    <a:pt x="51965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67058" cy="38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Thêm widget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633778" y="3195083"/>
            <a:ext cx="3069512" cy="6715680"/>
          </a:xfrm>
          <a:custGeom>
            <a:avLst/>
            <a:gdLst/>
            <a:ahLst/>
            <a:cxnLst/>
            <a:rect r="r" b="b" t="t" l="l"/>
            <a:pathLst>
              <a:path h="6715680" w="3069512">
                <a:moveTo>
                  <a:pt x="0" y="0"/>
                </a:moveTo>
                <a:lnTo>
                  <a:pt x="3069512" y="0"/>
                </a:lnTo>
                <a:lnTo>
                  <a:pt x="3069512" y="6715680"/>
                </a:lnTo>
                <a:lnTo>
                  <a:pt x="0" y="6715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58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H="true">
            <a:off x="12305158" y="7715811"/>
            <a:ext cx="2111349" cy="7880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254913" y="6635979"/>
            <a:ext cx="2564503" cy="1108407"/>
            <a:chOff x="0" y="0"/>
            <a:chExt cx="675425" cy="2919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5425" cy="291926"/>
            </a:xfrm>
            <a:custGeom>
              <a:avLst/>
              <a:gdLst/>
              <a:ahLst/>
              <a:cxnLst/>
              <a:rect r="r" b="b" t="t" l="l"/>
              <a:pathLst>
                <a:path h="291926" w="675425">
                  <a:moveTo>
                    <a:pt x="51321" y="0"/>
                  </a:moveTo>
                  <a:lnTo>
                    <a:pt x="624104" y="0"/>
                  </a:lnTo>
                  <a:cubicBezTo>
                    <a:pt x="637715" y="0"/>
                    <a:pt x="650769" y="5407"/>
                    <a:pt x="660393" y="15032"/>
                  </a:cubicBezTo>
                  <a:cubicBezTo>
                    <a:pt x="670018" y="24656"/>
                    <a:pt x="675425" y="37710"/>
                    <a:pt x="675425" y="51321"/>
                  </a:cubicBezTo>
                  <a:lnTo>
                    <a:pt x="675425" y="240605"/>
                  </a:lnTo>
                  <a:cubicBezTo>
                    <a:pt x="675425" y="254216"/>
                    <a:pt x="670018" y="267270"/>
                    <a:pt x="660393" y="276894"/>
                  </a:cubicBezTo>
                  <a:cubicBezTo>
                    <a:pt x="650769" y="286519"/>
                    <a:pt x="637715" y="291926"/>
                    <a:pt x="624104" y="291926"/>
                  </a:cubicBezTo>
                  <a:lnTo>
                    <a:pt x="51321" y="291926"/>
                  </a:lnTo>
                  <a:cubicBezTo>
                    <a:pt x="37710" y="291926"/>
                    <a:pt x="24656" y="286519"/>
                    <a:pt x="15032" y="276894"/>
                  </a:cubicBezTo>
                  <a:cubicBezTo>
                    <a:pt x="5407" y="267270"/>
                    <a:pt x="0" y="254216"/>
                    <a:pt x="0" y="240605"/>
                  </a:cubicBezTo>
                  <a:lnTo>
                    <a:pt x="0" y="51321"/>
                  </a:lnTo>
                  <a:cubicBezTo>
                    <a:pt x="0" y="37710"/>
                    <a:pt x="5407" y="24656"/>
                    <a:pt x="15032" y="15032"/>
                  </a:cubicBezTo>
                  <a:cubicBezTo>
                    <a:pt x="24656" y="5407"/>
                    <a:pt x="37710" y="0"/>
                    <a:pt x="51321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75425" cy="35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Vào app học ngay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88467" y="1387564"/>
            <a:ext cx="8522208" cy="1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b="true" sz="5499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HIỆU ỨNG &amp; TRẢI NGHIỆM NGƯỜI DÙNG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42953" y="3383357"/>
            <a:ext cx="3045047" cy="3520286"/>
          </a:xfrm>
          <a:custGeom>
            <a:avLst/>
            <a:gdLst/>
            <a:ahLst/>
            <a:cxnLst/>
            <a:rect r="r" b="b" t="t" l="l"/>
            <a:pathLst>
              <a:path h="3520286" w="3045047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68667" y="1925550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26894" y="3169299"/>
            <a:ext cx="2959712" cy="6451005"/>
          </a:xfrm>
          <a:custGeom>
            <a:avLst/>
            <a:gdLst/>
            <a:ahLst/>
            <a:cxnLst/>
            <a:rect r="r" b="b" t="t" l="l"/>
            <a:pathLst>
              <a:path h="6451005" w="2959712">
                <a:moveTo>
                  <a:pt x="0" y="0"/>
                </a:moveTo>
                <a:lnTo>
                  <a:pt x="2959712" y="0"/>
                </a:lnTo>
                <a:lnTo>
                  <a:pt x="2959712" y="6451005"/>
                </a:lnTo>
                <a:lnTo>
                  <a:pt x="0" y="645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73" r="0" b="-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114425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TRẢI NGHIỆM HỌC &amp; THEO DÕI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40849" y="3016163"/>
            <a:ext cx="3019374" cy="6604141"/>
          </a:xfrm>
          <a:custGeom>
            <a:avLst/>
            <a:gdLst/>
            <a:ahLst/>
            <a:cxnLst/>
            <a:rect r="r" b="b" t="t" l="l"/>
            <a:pathLst>
              <a:path h="6604141" w="3019374">
                <a:moveTo>
                  <a:pt x="0" y="0"/>
                </a:moveTo>
                <a:lnTo>
                  <a:pt x="3019374" y="0"/>
                </a:lnTo>
                <a:lnTo>
                  <a:pt x="3019374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88" r="0" b="0"/>
            </a:stretch>
          </a:blipFill>
        </p:spPr>
      </p:sp>
      <p:sp>
        <p:nvSpPr>
          <p:cNvPr name="AutoShape 7" id="7"/>
          <p:cNvSpPr/>
          <p:nvPr/>
        </p:nvSpPr>
        <p:spPr>
          <a:xfrm flipH="true" flipV="true">
            <a:off x="5205179" y="7490341"/>
            <a:ext cx="2652598" cy="10821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108579" y="7865960"/>
            <a:ext cx="2447816" cy="1006677"/>
            <a:chOff x="0" y="0"/>
            <a:chExt cx="644692" cy="265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4692" cy="265133"/>
            </a:xfrm>
            <a:custGeom>
              <a:avLst/>
              <a:gdLst/>
              <a:ahLst/>
              <a:cxnLst/>
              <a:rect r="r" b="b" t="t" l="l"/>
              <a:pathLst>
                <a:path h="265133" w="644692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11366"/>
                  </a:lnTo>
                  <a:cubicBezTo>
                    <a:pt x="644692" y="225626"/>
                    <a:pt x="639027" y="239301"/>
                    <a:pt x="628944" y="249385"/>
                  </a:cubicBezTo>
                  <a:cubicBezTo>
                    <a:pt x="618861" y="259468"/>
                    <a:pt x="605185" y="265133"/>
                    <a:pt x="590925" y="265133"/>
                  </a:cubicBezTo>
                  <a:lnTo>
                    <a:pt x="53767" y="265133"/>
                  </a:lnTo>
                  <a:cubicBezTo>
                    <a:pt x="39507" y="265133"/>
                    <a:pt x="25831" y="259468"/>
                    <a:pt x="15748" y="249385"/>
                  </a:cubicBezTo>
                  <a:cubicBezTo>
                    <a:pt x="5665" y="239301"/>
                    <a:pt x="0" y="225626"/>
                    <a:pt x="0" y="211366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4692" cy="32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Lật để xem nghĩa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5205179" y="6318233"/>
            <a:ext cx="1903400" cy="673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080004" y="5865881"/>
            <a:ext cx="2323187" cy="885654"/>
            <a:chOff x="0" y="0"/>
            <a:chExt cx="611868" cy="2332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11868" cy="29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Nghe phát âm như bản xứ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H="true" flipV="true">
            <a:off x="8294869" y="3583913"/>
            <a:ext cx="2406968" cy="440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6720881" y="3251108"/>
            <a:ext cx="2323187" cy="885654"/>
            <a:chOff x="0" y="0"/>
            <a:chExt cx="611868" cy="2332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11868" cy="29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Ấ</a:t>
              </a: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 để trộn thẻ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3159891" y="3436814"/>
            <a:ext cx="2646076" cy="4428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5805968" y="3436814"/>
            <a:ext cx="2029795" cy="885654"/>
            <a:chOff x="0" y="0"/>
            <a:chExt cx="534596" cy="233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4596" cy="233259"/>
            </a:xfrm>
            <a:custGeom>
              <a:avLst/>
              <a:gdLst/>
              <a:ahLst/>
              <a:cxnLst/>
              <a:rect r="r" b="b" t="t" l="l"/>
              <a:pathLst>
                <a:path h="233259" w="534596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4596" cy="29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</a:t>
              </a: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ự động chạy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13159891" y="4026740"/>
            <a:ext cx="2211691" cy="11167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314432" y="4700673"/>
            <a:ext cx="2029795" cy="885654"/>
            <a:chOff x="0" y="0"/>
            <a:chExt cx="534596" cy="2332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4596" cy="233259"/>
            </a:xfrm>
            <a:custGeom>
              <a:avLst/>
              <a:gdLst/>
              <a:ahLst/>
              <a:cxnLst/>
              <a:rect r="r" b="b" t="t" l="l"/>
              <a:pathLst>
                <a:path h="233259" w="534596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34596" cy="29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</a:t>
              </a: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ưu vào từ điển riêng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13160703" y="7471308"/>
            <a:ext cx="2210879" cy="190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5371582" y="6991576"/>
            <a:ext cx="2029795" cy="885654"/>
            <a:chOff x="0" y="0"/>
            <a:chExt cx="534596" cy="2332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4596" cy="233259"/>
            </a:xfrm>
            <a:custGeom>
              <a:avLst/>
              <a:gdLst/>
              <a:ahLst/>
              <a:cxnLst/>
              <a:rect r="r" b="b" t="t" l="l"/>
              <a:pathLst>
                <a:path h="233259" w="534596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34596" cy="29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Chuyển thẻ mới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92791" y="6394802"/>
            <a:ext cx="1417074" cy="10813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473650" y="5457313"/>
            <a:ext cx="2038282" cy="1004164"/>
            <a:chOff x="0" y="0"/>
            <a:chExt cx="536832" cy="2644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832" cy="264471"/>
            </a:xfrm>
            <a:custGeom>
              <a:avLst/>
              <a:gdLst/>
              <a:ahLst/>
              <a:cxnLst/>
              <a:rect r="r" b="b" t="t" l="l"/>
              <a:pathLst>
                <a:path h="264471" w="536832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36832" cy="32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Quay lại thẻ trước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20881" y="7244048"/>
            <a:ext cx="2323187" cy="885654"/>
            <a:chOff x="0" y="0"/>
            <a:chExt cx="611868" cy="2332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Về trang chủ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6953" y="4989752"/>
            <a:ext cx="1919772" cy="885654"/>
            <a:chOff x="0" y="0"/>
            <a:chExt cx="505619" cy="233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Làm bài Test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94626" y="2635160"/>
            <a:ext cx="3171815" cy="6985144"/>
          </a:xfrm>
          <a:custGeom>
            <a:avLst/>
            <a:gdLst/>
            <a:ahLst/>
            <a:cxnLst/>
            <a:rect r="r" b="b" t="t" l="l"/>
            <a:pathLst>
              <a:path h="6985144" w="3171815">
                <a:moveTo>
                  <a:pt x="0" y="0"/>
                </a:moveTo>
                <a:lnTo>
                  <a:pt x="3171815" y="0"/>
                </a:lnTo>
                <a:lnTo>
                  <a:pt x="3171815" y="6985144"/>
                </a:lnTo>
                <a:lnTo>
                  <a:pt x="0" y="698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8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H="true" flipV="true">
            <a:off x="5040146" y="7178611"/>
            <a:ext cx="1680735" cy="5082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5205179" y="6145691"/>
            <a:ext cx="2066609" cy="6153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159867" y="5260038"/>
            <a:ext cx="2323187" cy="885654"/>
            <a:chOff x="0" y="0"/>
            <a:chExt cx="611868" cy="2332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 lại từ đầu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86839" y="5875406"/>
            <a:ext cx="1845604" cy="4428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110993" y="2635160"/>
            <a:ext cx="3187509" cy="6985144"/>
          </a:xfrm>
          <a:custGeom>
            <a:avLst/>
            <a:gdLst/>
            <a:ahLst/>
            <a:cxnLst/>
            <a:rect r="r" b="b" t="t" l="l"/>
            <a:pathLst>
              <a:path h="6985144" w="3187509">
                <a:moveTo>
                  <a:pt x="0" y="0"/>
                </a:moveTo>
                <a:lnTo>
                  <a:pt x="3187509" y="0"/>
                </a:lnTo>
                <a:lnTo>
                  <a:pt x="3187509" y="6985144"/>
                </a:lnTo>
                <a:lnTo>
                  <a:pt x="0" y="6985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09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H="true">
            <a:off x="14035481" y="6761060"/>
            <a:ext cx="2062226" cy="9258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492404" y="3520814"/>
            <a:ext cx="1992105" cy="2695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358316" y="2635160"/>
            <a:ext cx="2268176" cy="885654"/>
            <a:chOff x="0" y="0"/>
            <a:chExt cx="597380" cy="2332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7380" cy="233259"/>
            </a:xfrm>
            <a:custGeom>
              <a:avLst/>
              <a:gdLst/>
              <a:ahLst/>
              <a:cxnLst/>
              <a:rect r="r" b="b" t="t" l="l"/>
              <a:pathLst>
                <a:path h="233259" w="597380">
                  <a:moveTo>
                    <a:pt x="58026" y="0"/>
                  </a:moveTo>
                  <a:lnTo>
                    <a:pt x="539354" y="0"/>
                  </a:lnTo>
                  <a:cubicBezTo>
                    <a:pt x="554743" y="0"/>
                    <a:pt x="569502" y="6113"/>
                    <a:pt x="580384" y="16995"/>
                  </a:cubicBezTo>
                  <a:cubicBezTo>
                    <a:pt x="591266" y="27877"/>
                    <a:pt x="597380" y="42636"/>
                    <a:pt x="597380" y="58026"/>
                  </a:cubicBezTo>
                  <a:lnTo>
                    <a:pt x="597380" y="175233"/>
                  </a:lnTo>
                  <a:cubicBezTo>
                    <a:pt x="597380" y="207280"/>
                    <a:pt x="571401" y="233259"/>
                    <a:pt x="539354" y="233259"/>
                  </a:cubicBezTo>
                  <a:lnTo>
                    <a:pt x="58026" y="233259"/>
                  </a:lnTo>
                  <a:cubicBezTo>
                    <a:pt x="25979" y="233259"/>
                    <a:pt x="0" y="207280"/>
                    <a:pt x="0" y="175233"/>
                  </a:cubicBezTo>
                  <a:lnTo>
                    <a:pt x="0" y="58026"/>
                  </a:lnTo>
                  <a:cubicBezTo>
                    <a:pt x="0" y="25979"/>
                    <a:pt x="25979" y="0"/>
                    <a:pt x="5802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97380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 cộng khi trả lời đúng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12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42953" y="3383357"/>
            <a:ext cx="3045047" cy="3520286"/>
          </a:xfrm>
          <a:custGeom>
            <a:avLst/>
            <a:gdLst/>
            <a:ahLst/>
            <a:cxnLst/>
            <a:rect r="r" b="b" t="t" l="l"/>
            <a:pathLst>
              <a:path h="3520286" w="3045047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936113" y="5875406"/>
            <a:ext cx="2323187" cy="885654"/>
            <a:chOff x="0" y="0"/>
            <a:chExt cx="611868" cy="2332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 đáp án đúng và qua câu tiếp theo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668667" y="1925550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1114425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TRẢI NGHIỆM HỌC &amp; THEO DÕI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64779" y="7505940"/>
            <a:ext cx="2323187" cy="885654"/>
            <a:chOff x="0" y="0"/>
            <a:chExt cx="611868" cy="2332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Làm lại hoặc trở về trang chủ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9152" y="3188009"/>
            <a:ext cx="1919772" cy="885654"/>
            <a:chOff x="0" y="0"/>
            <a:chExt cx="505619" cy="233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Tổng điểm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728003" y="2429726"/>
            <a:ext cx="3297581" cy="7190578"/>
          </a:xfrm>
          <a:custGeom>
            <a:avLst/>
            <a:gdLst/>
            <a:ahLst/>
            <a:cxnLst/>
            <a:rect r="r" b="b" t="t" l="l"/>
            <a:pathLst>
              <a:path h="7190578" w="3297581">
                <a:moveTo>
                  <a:pt x="0" y="0"/>
                </a:moveTo>
                <a:lnTo>
                  <a:pt x="3297581" y="0"/>
                </a:lnTo>
                <a:lnTo>
                  <a:pt x="3297581" y="7190578"/>
                </a:lnTo>
                <a:lnTo>
                  <a:pt x="0" y="719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37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H="true" flipV="true">
            <a:off x="5425224" y="7948767"/>
            <a:ext cx="19395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159867" y="5260038"/>
            <a:ext cx="2323187" cy="885654"/>
            <a:chOff x="0" y="0"/>
            <a:chExt cx="611868" cy="233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 thể học lại từ chọn sai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5425224" y="6145691"/>
            <a:ext cx="1846564" cy="1098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29038" y="4073663"/>
            <a:ext cx="2099775" cy="3461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5425224" y="7948767"/>
            <a:ext cx="734643" cy="442827"/>
          </a:xfrm>
          <a:custGeom>
            <a:avLst/>
            <a:gdLst/>
            <a:ahLst/>
            <a:cxnLst/>
            <a:rect r="r" b="b" t="t" l="l"/>
            <a:pathLst>
              <a:path h="442827" w="734643">
                <a:moveTo>
                  <a:pt x="0" y="442827"/>
                </a:moveTo>
                <a:quadBezTo>
                  <a:pt x="367321" y="221414"/>
                  <a:pt x="734643" y="0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573917" y="2429726"/>
            <a:ext cx="3297581" cy="7190578"/>
          </a:xfrm>
          <a:custGeom>
            <a:avLst/>
            <a:gdLst/>
            <a:ahLst/>
            <a:cxnLst/>
            <a:rect r="r" b="b" t="t" l="l"/>
            <a:pathLst>
              <a:path h="7190578" w="3297581">
                <a:moveTo>
                  <a:pt x="0" y="0"/>
                </a:moveTo>
                <a:lnTo>
                  <a:pt x="3297581" y="0"/>
                </a:lnTo>
                <a:lnTo>
                  <a:pt x="3297581" y="7190578"/>
                </a:lnTo>
                <a:lnTo>
                  <a:pt x="0" y="719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37" r="0" b="0"/>
            </a:stretch>
          </a:blipFill>
        </p:spPr>
      </p:sp>
      <p:sp>
        <p:nvSpPr>
          <p:cNvPr name="AutoShape 18" id="18"/>
          <p:cNvSpPr/>
          <p:nvPr/>
        </p:nvSpPr>
        <p:spPr>
          <a:xfrm flipH="true">
            <a:off x="14452757" y="3870670"/>
            <a:ext cx="1846564" cy="1098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137728" y="2985016"/>
            <a:ext cx="2323187" cy="885654"/>
            <a:chOff x="0" y="0"/>
            <a:chExt cx="611868" cy="2332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Xem số câu làm đúng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14453080" y="5224618"/>
            <a:ext cx="9663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5419467" y="4781791"/>
            <a:ext cx="2323187" cy="885654"/>
            <a:chOff x="0" y="0"/>
            <a:chExt cx="611868" cy="233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Chuỗi đúng dài nhất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10077111" y="4959317"/>
            <a:ext cx="1863546" cy="5277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8915518" y="4073663"/>
            <a:ext cx="2323187" cy="885654"/>
            <a:chOff x="0" y="0"/>
            <a:chExt cx="611868" cy="2332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 trung bình 1 câu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12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668667" y="1925550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0" y="1114425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TRẢI NGHIỆM HỌC &amp; THEO DÕI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78142" y="1994521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6965" y="3427843"/>
            <a:ext cx="1919772" cy="885654"/>
            <a:chOff x="0" y="0"/>
            <a:chExt cx="505619" cy="2332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Tạo bộ thẻ riêng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1160131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CHỨC NĂNG TẠO BỘ THẺ RIÊNG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81161" y="4085097"/>
            <a:ext cx="2323187" cy="885654"/>
            <a:chOff x="0" y="0"/>
            <a:chExt cx="611868" cy="233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Mô tả (nếu cần)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1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80112" y="2594596"/>
            <a:ext cx="3246379" cy="7025707"/>
          </a:xfrm>
          <a:custGeom>
            <a:avLst/>
            <a:gdLst/>
            <a:ahLst/>
            <a:cxnLst/>
            <a:rect r="r" b="b" t="t" l="l"/>
            <a:pathLst>
              <a:path h="7025707" w="3246379">
                <a:moveTo>
                  <a:pt x="0" y="0"/>
                </a:moveTo>
                <a:lnTo>
                  <a:pt x="3246380" y="0"/>
                </a:lnTo>
                <a:lnTo>
                  <a:pt x="3246380" y="7025708"/>
                </a:lnTo>
                <a:lnTo>
                  <a:pt x="0" y="702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46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286851" y="4313497"/>
            <a:ext cx="1621961" cy="11735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7481161" y="2858880"/>
            <a:ext cx="2323187" cy="885654"/>
            <a:chOff x="0" y="0"/>
            <a:chExt cx="611868" cy="233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</a:t>
              </a: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ặt tên cho bộ thẻ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16351" y="3744534"/>
            <a:ext cx="2323187" cy="885654"/>
            <a:chOff x="0" y="0"/>
            <a:chExt cx="611868" cy="2332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 thể chọn icon riêng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935464" y="7691993"/>
            <a:ext cx="2229261" cy="1928311"/>
          </a:xfrm>
          <a:custGeom>
            <a:avLst/>
            <a:gdLst/>
            <a:ahLst/>
            <a:cxnLst/>
            <a:rect r="r" b="b" t="t" l="l"/>
            <a:pathLst>
              <a:path h="1928311" w="222926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481161" y="5389851"/>
            <a:ext cx="2323187" cy="885654"/>
            <a:chOff x="0" y="0"/>
            <a:chExt cx="611868" cy="2332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</a:t>
              </a: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ịnh nghĩa cấp độ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053075" y="2594596"/>
            <a:ext cx="3129901" cy="7025707"/>
          </a:xfrm>
          <a:custGeom>
            <a:avLst/>
            <a:gdLst/>
            <a:ahLst/>
            <a:cxnLst/>
            <a:rect r="r" b="b" t="t" l="l"/>
            <a:pathLst>
              <a:path h="7025707" w="3129901">
                <a:moveTo>
                  <a:pt x="0" y="0"/>
                </a:moveTo>
                <a:lnTo>
                  <a:pt x="3129901" y="0"/>
                </a:lnTo>
                <a:lnTo>
                  <a:pt x="3129901" y="7025708"/>
                </a:lnTo>
                <a:lnTo>
                  <a:pt x="0" y="70257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9804348" y="5832678"/>
            <a:ext cx="154952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9804348" y="4527924"/>
            <a:ext cx="154952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9887436" y="3477740"/>
            <a:ext cx="1466436" cy="3929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935674" y="4689393"/>
            <a:ext cx="1549738" cy="4541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3741482" y="6860463"/>
            <a:ext cx="1549738" cy="2340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5291220" y="6417636"/>
            <a:ext cx="2323187" cy="885654"/>
            <a:chOff x="0" y="0"/>
            <a:chExt cx="611868" cy="2332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1868" cy="233259"/>
            </a:xfrm>
            <a:custGeom>
              <a:avLst/>
              <a:gdLst/>
              <a:ahLst/>
              <a:cxnLst/>
              <a:rect r="r" b="b" t="t" l="l"/>
              <a:pathLst>
                <a:path h="233259" w="611868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11868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Thêm từ vựng vào bộ thẻ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81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35464" y="7691993"/>
            <a:ext cx="2229261" cy="1928311"/>
          </a:xfrm>
          <a:custGeom>
            <a:avLst/>
            <a:gdLst/>
            <a:ahLst/>
            <a:cxnLst/>
            <a:rect r="r" b="b" t="t" l="l"/>
            <a:pathLst>
              <a:path h="1928311" w="222926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8345" y="3427843"/>
            <a:ext cx="1919772" cy="885654"/>
            <a:chOff x="0" y="0"/>
            <a:chExt cx="505619" cy="2332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 thẻ vừa tạo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00192" y="2375706"/>
            <a:ext cx="3347594" cy="7463488"/>
          </a:xfrm>
          <a:custGeom>
            <a:avLst/>
            <a:gdLst/>
            <a:ahLst/>
            <a:cxnLst/>
            <a:rect r="r" b="b" t="t" l="l"/>
            <a:pathLst>
              <a:path h="7463488" w="3347594">
                <a:moveTo>
                  <a:pt x="0" y="0"/>
                </a:moveTo>
                <a:lnTo>
                  <a:pt x="3347594" y="0"/>
                </a:lnTo>
                <a:lnTo>
                  <a:pt x="3347594" y="7463488"/>
                </a:lnTo>
                <a:lnTo>
                  <a:pt x="0" y="7463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178231" y="4313497"/>
            <a:ext cx="1952028" cy="15191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2571148" y="6753262"/>
            <a:ext cx="1559111" cy="530978"/>
          </a:xfrm>
          <a:custGeom>
            <a:avLst/>
            <a:gdLst/>
            <a:ahLst/>
            <a:cxnLst/>
            <a:rect r="r" b="b" t="t" l="l"/>
            <a:pathLst>
              <a:path h="530978" w="1559111">
                <a:moveTo>
                  <a:pt x="0" y="0"/>
                </a:moveTo>
                <a:lnTo>
                  <a:pt x="0" y="302378"/>
                </a:lnTo>
                <a:cubicBezTo>
                  <a:pt x="0" y="428630"/>
                  <a:pt x="102348" y="530978"/>
                  <a:pt x="228600" y="530978"/>
                </a:cubicBezTo>
                <a:lnTo>
                  <a:pt x="1559111" y="53097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>
            <a:off x="2571148" y="6576595"/>
            <a:ext cx="1559111" cy="493244"/>
          </a:xfrm>
          <a:custGeom>
            <a:avLst/>
            <a:gdLst/>
            <a:ahLst/>
            <a:cxnLst/>
            <a:rect r="r" b="b" t="t" l="l"/>
            <a:pathLst>
              <a:path h="493244" w="1559111">
                <a:moveTo>
                  <a:pt x="0" y="493243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55911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165265" y="6925294"/>
            <a:ext cx="1965170" cy="20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58458" y="6482467"/>
            <a:ext cx="1919772" cy="885654"/>
            <a:chOff x="0" y="0"/>
            <a:chExt cx="505619" cy="2332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 thể chọn các chức năng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571148" y="8227215"/>
            <a:ext cx="154952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51376" y="7784388"/>
            <a:ext cx="1919772" cy="885654"/>
            <a:chOff x="0" y="0"/>
            <a:chExt cx="505619" cy="2332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Phần trăm mục tiêu trong ngày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32363" y="4700673"/>
            <a:ext cx="1919772" cy="885654"/>
            <a:chOff x="0" y="0"/>
            <a:chExt cx="505619" cy="233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Chức năng ghép từ vựng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66087" y="2375706"/>
            <a:ext cx="3339754" cy="7463488"/>
          </a:xfrm>
          <a:custGeom>
            <a:avLst/>
            <a:gdLst/>
            <a:ahLst/>
            <a:cxnLst/>
            <a:rect r="r" b="b" t="t" l="l"/>
            <a:pathLst>
              <a:path h="7463488" w="3339754">
                <a:moveTo>
                  <a:pt x="0" y="0"/>
                </a:moveTo>
                <a:lnTo>
                  <a:pt x="3339754" y="0"/>
                </a:lnTo>
                <a:lnTo>
                  <a:pt x="3339754" y="7463488"/>
                </a:lnTo>
                <a:lnTo>
                  <a:pt x="0" y="7463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13405841" y="5143500"/>
            <a:ext cx="1826521" cy="641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7278142" y="1994521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0" y="1160131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CHỨC NĂNG TẠO BỘ THẺ RIÊNG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3709"/>
            <a:ext cx="18288000" cy="1129665"/>
            <a:chOff x="0" y="0"/>
            <a:chExt cx="24384000" cy="1506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704189" y="1214120"/>
              <a:ext cx="3213100" cy="292100"/>
            </a:xfrm>
            <a:custGeom>
              <a:avLst/>
              <a:gdLst/>
              <a:ahLst/>
              <a:cxnLst/>
              <a:rect r="r" b="b" t="t" l="l"/>
              <a:pathLst>
                <a:path h="292100" w="3213100">
                  <a:moveTo>
                    <a:pt x="0" y="0"/>
                  </a:moveTo>
                  <a:lnTo>
                    <a:pt x="3213100" y="0"/>
                  </a:lnTo>
                  <a:lnTo>
                    <a:pt x="32131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76200"/>
              <a:ext cx="24384000" cy="1137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6000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TRẢI NGHIỆM NGƯỜI DÙNG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12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5464" y="7691993"/>
            <a:ext cx="2229261" cy="1928311"/>
          </a:xfrm>
          <a:custGeom>
            <a:avLst/>
            <a:gdLst/>
            <a:ahLst/>
            <a:cxnLst/>
            <a:rect r="r" b="b" t="t" l="l"/>
            <a:pathLst>
              <a:path h="1928311" w="222926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570946" y="2940790"/>
            <a:ext cx="1919772" cy="885654"/>
            <a:chOff x="0" y="0"/>
            <a:chExt cx="505619" cy="233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Tìm kiếm bộ thẻ và chủ đề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70946" y="5707646"/>
            <a:ext cx="1919772" cy="885654"/>
            <a:chOff x="0" y="0"/>
            <a:chExt cx="505619" cy="233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Các bộ thẻ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70806" y="3780071"/>
            <a:ext cx="1919772" cy="885654"/>
            <a:chOff x="0" y="0"/>
            <a:chExt cx="505619" cy="233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619" cy="233259"/>
            </a:xfrm>
            <a:custGeom>
              <a:avLst/>
              <a:gdLst/>
              <a:ahLst/>
              <a:cxnLst/>
              <a:rect r="r" b="b" t="t" l="l"/>
              <a:pathLst>
                <a:path h="233259" w="50561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05619" cy="29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  <a:r>
                <a:rPr lang="en-US" b="true" sz="17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 ngôn ngữ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960727" y="2405360"/>
            <a:ext cx="3388368" cy="7551905"/>
          </a:xfrm>
          <a:custGeom>
            <a:avLst/>
            <a:gdLst/>
            <a:ahLst/>
            <a:cxnLst/>
            <a:rect r="r" b="b" t="t" l="l"/>
            <a:pathLst>
              <a:path h="7551905" w="3388368">
                <a:moveTo>
                  <a:pt x="0" y="0"/>
                </a:moveTo>
                <a:lnTo>
                  <a:pt x="3388368" y="0"/>
                </a:lnTo>
                <a:lnTo>
                  <a:pt x="3388368" y="7551905"/>
                </a:lnTo>
                <a:lnTo>
                  <a:pt x="0" y="75519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5490718" y="6150473"/>
            <a:ext cx="1787423" cy="117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173280" y="4222898"/>
            <a:ext cx="15975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490718" y="3383617"/>
            <a:ext cx="1787423" cy="61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81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70352" y="1948815"/>
            <a:ext cx="3575011" cy="7949143"/>
          </a:xfrm>
          <a:custGeom>
            <a:avLst/>
            <a:gdLst/>
            <a:ahLst/>
            <a:cxnLst/>
            <a:rect r="r" b="b" t="t" l="l"/>
            <a:pathLst>
              <a:path h="7949143" w="3575011">
                <a:moveTo>
                  <a:pt x="0" y="0"/>
                </a:moveTo>
                <a:lnTo>
                  <a:pt x="3575011" y="0"/>
                </a:lnTo>
                <a:lnTo>
                  <a:pt x="3575011" y="7949143"/>
                </a:lnTo>
                <a:lnTo>
                  <a:pt x="0" y="7949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419443" y="3136155"/>
            <a:ext cx="1670954" cy="13401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00301" y="4438185"/>
            <a:ext cx="2038282" cy="1515271"/>
            <a:chOff x="0" y="0"/>
            <a:chExt cx="536832" cy="3990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832" cy="399084"/>
            </a:xfrm>
            <a:custGeom>
              <a:avLst/>
              <a:gdLst/>
              <a:ahLst/>
              <a:cxnLst/>
              <a:rect r="r" b="b" t="t" l="l"/>
              <a:pathLst>
                <a:path h="399084" w="536832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334513"/>
                  </a:lnTo>
                  <a:cubicBezTo>
                    <a:pt x="536832" y="351639"/>
                    <a:pt x="530029" y="368062"/>
                    <a:pt x="517919" y="380172"/>
                  </a:cubicBezTo>
                  <a:cubicBezTo>
                    <a:pt x="505810" y="392281"/>
                    <a:pt x="489386" y="399084"/>
                    <a:pt x="472261" y="399084"/>
                  </a:cubicBezTo>
                  <a:lnTo>
                    <a:pt x="64570" y="399084"/>
                  </a:lnTo>
                  <a:cubicBezTo>
                    <a:pt x="28909" y="399084"/>
                    <a:pt x="0" y="370175"/>
                    <a:pt x="0" y="334513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36832" cy="45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Xếp hạng theo điểm, chuỗi ngày học hoặc số thẻ đã học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6445363" y="3395427"/>
            <a:ext cx="1412415" cy="187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668667" y="2818766"/>
            <a:ext cx="2447816" cy="1153321"/>
            <a:chOff x="0" y="0"/>
            <a:chExt cx="644692" cy="3037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4692" cy="303755"/>
            </a:xfrm>
            <a:custGeom>
              <a:avLst/>
              <a:gdLst/>
              <a:ahLst/>
              <a:cxnLst/>
              <a:rect r="r" b="b" t="t" l="l"/>
              <a:pathLst>
                <a:path h="303755" w="644692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49988"/>
                  </a:lnTo>
                  <a:cubicBezTo>
                    <a:pt x="644692" y="264248"/>
                    <a:pt x="639027" y="277924"/>
                    <a:pt x="628944" y="288007"/>
                  </a:cubicBezTo>
                  <a:cubicBezTo>
                    <a:pt x="618861" y="298091"/>
                    <a:pt x="605185" y="303755"/>
                    <a:pt x="590925" y="303755"/>
                  </a:cubicBezTo>
                  <a:lnTo>
                    <a:pt x="53767" y="303755"/>
                  </a:lnTo>
                  <a:cubicBezTo>
                    <a:pt x="39507" y="303755"/>
                    <a:pt x="25831" y="298091"/>
                    <a:pt x="15748" y="288007"/>
                  </a:cubicBezTo>
                  <a:cubicBezTo>
                    <a:pt x="5665" y="277924"/>
                    <a:pt x="0" y="264248"/>
                    <a:pt x="0" y="249988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44692" cy="3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Phân loại theo Tuần, Tháng, Toàn thời gian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081686" y="4584088"/>
            <a:ext cx="7030658" cy="5313870"/>
          </a:xfrm>
          <a:custGeom>
            <a:avLst/>
            <a:gdLst/>
            <a:ahLst/>
            <a:cxnLst/>
            <a:rect r="r" b="b" t="t" l="l"/>
            <a:pathLst>
              <a:path h="5313870" w="7030658">
                <a:moveTo>
                  <a:pt x="0" y="0"/>
                </a:moveTo>
                <a:lnTo>
                  <a:pt x="7030658" y="0"/>
                </a:lnTo>
                <a:lnTo>
                  <a:pt x="7030658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4318123" y="3991136"/>
            <a:ext cx="0" cy="13757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094216" y="3089234"/>
            <a:ext cx="2447816" cy="1006677"/>
            <a:chOff x="0" y="0"/>
            <a:chExt cx="644692" cy="2651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4692" cy="265133"/>
            </a:xfrm>
            <a:custGeom>
              <a:avLst/>
              <a:gdLst/>
              <a:ahLst/>
              <a:cxnLst/>
              <a:rect r="r" b="b" t="t" l="l"/>
              <a:pathLst>
                <a:path h="265133" w="644692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11366"/>
                  </a:lnTo>
                  <a:cubicBezTo>
                    <a:pt x="644692" y="225626"/>
                    <a:pt x="639027" y="239301"/>
                    <a:pt x="628944" y="249385"/>
                  </a:cubicBezTo>
                  <a:cubicBezTo>
                    <a:pt x="618861" y="259468"/>
                    <a:pt x="605185" y="265133"/>
                    <a:pt x="590925" y="265133"/>
                  </a:cubicBezTo>
                  <a:lnTo>
                    <a:pt x="53767" y="265133"/>
                  </a:lnTo>
                  <a:cubicBezTo>
                    <a:pt x="39507" y="265133"/>
                    <a:pt x="25831" y="259468"/>
                    <a:pt x="15748" y="249385"/>
                  </a:cubicBezTo>
                  <a:cubicBezTo>
                    <a:pt x="5665" y="239301"/>
                    <a:pt x="0" y="225626"/>
                    <a:pt x="0" y="211366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44692" cy="32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Hiển thị tên và avata của user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5542031" y="8526091"/>
            <a:ext cx="916294" cy="4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467851" y="7997055"/>
            <a:ext cx="1494289" cy="1006677"/>
            <a:chOff x="0" y="0"/>
            <a:chExt cx="393558" cy="2651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558" cy="265133"/>
            </a:xfrm>
            <a:custGeom>
              <a:avLst/>
              <a:gdLst/>
              <a:ahLst/>
              <a:cxnLst/>
              <a:rect r="r" b="b" t="t" l="l"/>
              <a:pathLst>
                <a:path h="265133" w="393558">
                  <a:moveTo>
                    <a:pt x="88077" y="0"/>
                  </a:moveTo>
                  <a:lnTo>
                    <a:pt x="305481" y="0"/>
                  </a:lnTo>
                  <a:cubicBezTo>
                    <a:pt x="354124" y="0"/>
                    <a:pt x="393558" y="39433"/>
                    <a:pt x="393558" y="88077"/>
                  </a:cubicBezTo>
                  <a:lnTo>
                    <a:pt x="393558" y="177056"/>
                  </a:lnTo>
                  <a:cubicBezTo>
                    <a:pt x="393558" y="225699"/>
                    <a:pt x="354124" y="265133"/>
                    <a:pt x="305481" y="265133"/>
                  </a:cubicBezTo>
                  <a:lnTo>
                    <a:pt x="88077" y="265133"/>
                  </a:lnTo>
                  <a:cubicBezTo>
                    <a:pt x="39433" y="265133"/>
                    <a:pt x="0" y="225699"/>
                    <a:pt x="0" y="177056"/>
                  </a:cubicBezTo>
                  <a:lnTo>
                    <a:pt x="0" y="88077"/>
                  </a:lnTo>
                  <a:cubicBezTo>
                    <a:pt x="0" y="39433"/>
                    <a:pt x="39433" y="0"/>
                    <a:pt x="8807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93558" cy="32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Thành tích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1023709"/>
            <a:ext cx="18288000" cy="1129665"/>
            <a:chOff x="0" y="0"/>
            <a:chExt cx="24384000" cy="1506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704189" y="1214120"/>
              <a:ext cx="3213100" cy="292100"/>
            </a:xfrm>
            <a:custGeom>
              <a:avLst/>
              <a:gdLst/>
              <a:ahLst/>
              <a:cxnLst/>
              <a:rect r="r" b="b" t="t" l="l"/>
              <a:pathLst>
                <a:path h="292100" w="3213100">
                  <a:moveTo>
                    <a:pt x="0" y="0"/>
                  </a:moveTo>
                  <a:lnTo>
                    <a:pt x="3213100" y="0"/>
                  </a:lnTo>
                  <a:lnTo>
                    <a:pt x="32131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24384000" cy="1137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6000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TRẢI NGHIỆM NGƯỜI DÙNG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68667" y="1925550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114425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THÔNG BÁO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12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0707" y="3246101"/>
            <a:ext cx="6467485" cy="5227731"/>
          </a:xfrm>
          <a:custGeom>
            <a:avLst/>
            <a:gdLst/>
            <a:ahLst/>
            <a:cxnLst/>
            <a:rect r="r" b="b" t="t" l="l"/>
            <a:pathLst>
              <a:path h="5227731" w="6467485">
                <a:moveTo>
                  <a:pt x="0" y="0"/>
                </a:moveTo>
                <a:lnTo>
                  <a:pt x="6467485" y="0"/>
                </a:lnTo>
                <a:lnTo>
                  <a:pt x="6467485" y="5227731"/>
                </a:lnTo>
                <a:lnTo>
                  <a:pt x="0" y="5227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494" r="-1619" b="-4521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29301" y="3246101"/>
            <a:ext cx="6270688" cy="5227731"/>
          </a:xfrm>
          <a:custGeom>
            <a:avLst/>
            <a:gdLst/>
            <a:ahLst/>
            <a:cxnLst/>
            <a:rect r="r" b="b" t="t" l="l"/>
            <a:pathLst>
              <a:path h="5227731" w="6270688">
                <a:moveTo>
                  <a:pt x="0" y="0"/>
                </a:moveTo>
                <a:lnTo>
                  <a:pt x="6270689" y="0"/>
                </a:lnTo>
                <a:lnTo>
                  <a:pt x="6270689" y="5227731"/>
                </a:lnTo>
                <a:lnTo>
                  <a:pt x="0" y="52277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54" r="0" b="-2454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9088" y="189619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4" y="0"/>
                </a:lnTo>
                <a:lnTo>
                  <a:pt x="2409824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114425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WIDGET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38674" y="596037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12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90422" y="2844812"/>
            <a:ext cx="2038282" cy="1004164"/>
            <a:chOff x="0" y="0"/>
            <a:chExt cx="536832" cy="264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832" cy="264471"/>
            </a:xfrm>
            <a:custGeom>
              <a:avLst/>
              <a:gdLst/>
              <a:ahLst/>
              <a:cxnLst/>
              <a:rect r="r" b="b" t="t" l="l"/>
              <a:pathLst>
                <a:path h="264471" w="536832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36832" cy="32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Hiển thị từ chưa thuộc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476098" y="2317761"/>
            <a:ext cx="3410823" cy="7650218"/>
          </a:xfrm>
          <a:custGeom>
            <a:avLst/>
            <a:gdLst/>
            <a:ahLst/>
            <a:cxnLst/>
            <a:rect r="r" b="b" t="t" l="l"/>
            <a:pathLst>
              <a:path h="7650218" w="3410823">
                <a:moveTo>
                  <a:pt x="0" y="0"/>
                </a:moveTo>
                <a:lnTo>
                  <a:pt x="3410823" y="0"/>
                </a:lnTo>
                <a:lnTo>
                  <a:pt x="3410823" y="7650217"/>
                </a:lnTo>
                <a:lnTo>
                  <a:pt x="0" y="7650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5328704" y="3412590"/>
            <a:ext cx="2368752" cy="197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5328704" y="3848976"/>
            <a:ext cx="2368752" cy="9996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290422" y="4346502"/>
            <a:ext cx="2038282" cy="1004164"/>
            <a:chOff x="0" y="0"/>
            <a:chExt cx="536832" cy="264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832" cy="264471"/>
            </a:xfrm>
            <a:custGeom>
              <a:avLst/>
              <a:gdLst/>
              <a:ahLst/>
              <a:cxnLst/>
              <a:rect r="r" b="b" t="t" l="l"/>
              <a:pathLst>
                <a:path h="264471" w="536832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36832" cy="32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 câu ví dụ và lật để xem nghĩa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894890" y="4451277"/>
            <a:ext cx="20811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976076" y="3930145"/>
            <a:ext cx="2038282" cy="1153321"/>
            <a:chOff x="0" y="0"/>
            <a:chExt cx="536832" cy="3037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832" cy="303755"/>
            </a:xfrm>
            <a:custGeom>
              <a:avLst/>
              <a:gdLst/>
              <a:ahLst/>
              <a:cxnLst/>
              <a:rect r="r" b="b" t="t" l="l"/>
              <a:pathLst>
                <a:path h="303755" w="536832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239185"/>
                  </a:lnTo>
                  <a:cubicBezTo>
                    <a:pt x="536832" y="256310"/>
                    <a:pt x="530029" y="272734"/>
                    <a:pt x="517919" y="284843"/>
                  </a:cubicBezTo>
                  <a:cubicBezTo>
                    <a:pt x="505810" y="296952"/>
                    <a:pt x="489386" y="303755"/>
                    <a:pt x="472261" y="303755"/>
                  </a:cubicBezTo>
                  <a:lnTo>
                    <a:pt x="64570" y="303755"/>
                  </a:lnTo>
                  <a:cubicBezTo>
                    <a:pt x="28909" y="303755"/>
                    <a:pt x="0" y="274846"/>
                    <a:pt x="0" y="239185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36832" cy="3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b="true" sz="18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Tự động đổi hoặc có thể đổi thủ công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9088" y="1546559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5235" y="2162983"/>
            <a:ext cx="8505825" cy="7687550"/>
          </a:xfrm>
          <a:custGeom>
            <a:avLst/>
            <a:gdLst/>
            <a:ahLst/>
            <a:cxnLst/>
            <a:rect r="r" b="b" t="t" l="l"/>
            <a:pathLst>
              <a:path h="7687550" w="8505825">
                <a:moveTo>
                  <a:pt x="0" y="0"/>
                </a:moveTo>
                <a:lnTo>
                  <a:pt x="8505825" y="0"/>
                </a:lnTo>
                <a:lnTo>
                  <a:pt x="8505825" y="7687550"/>
                </a:lnTo>
                <a:lnTo>
                  <a:pt x="0" y="768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93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907" r="0" b="-790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182033"/>
            <a:ext cx="182880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939088" y="2978323"/>
            <a:ext cx="2409825" cy="219075"/>
          </a:xfrm>
          <a:custGeom>
            <a:avLst/>
            <a:gdLst/>
            <a:ahLst/>
            <a:cxnLst/>
            <a:rect r="r" b="b" t="t" l="l"/>
            <a:pathLst>
              <a:path h="219075" w="240982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77305" y="1218460"/>
            <a:ext cx="3549326" cy="3038475"/>
          </a:xfrm>
          <a:custGeom>
            <a:avLst/>
            <a:gdLst/>
            <a:ahLst/>
            <a:cxnLst/>
            <a:rect r="r" b="b" t="t" l="l"/>
            <a:pathLst>
              <a:path h="3038475" w="3549326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2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43274" y="1765634"/>
            <a:ext cx="2331482" cy="1970102"/>
          </a:xfrm>
          <a:custGeom>
            <a:avLst/>
            <a:gdLst/>
            <a:ahLst/>
            <a:cxnLst/>
            <a:rect r="r" b="b" t="t" l="l"/>
            <a:pathLst>
              <a:path h="1970102" w="2331482">
                <a:moveTo>
                  <a:pt x="0" y="0"/>
                </a:moveTo>
                <a:lnTo>
                  <a:pt x="2331481" y="0"/>
                </a:lnTo>
                <a:lnTo>
                  <a:pt x="2331481" y="1970102"/>
                </a:lnTo>
                <a:lnTo>
                  <a:pt x="0" y="19701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6299" y="4783205"/>
            <a:ext cx="502401" cy="502401"/>
          </a:xfrm>
          <a:custGeom>
            <a:avLst/>
            <a:gdLst/>
            <a:ahLst/>
            <a:cxnLst/>
            <a:rect r="r" b="b" t="t" l="l"/>
            <a:pathLst>
              <a:path h="502401" w="502401">
                <a:moveTo>
                  <a:pt x="0" y="0"/>
                </a:moveTo>
                <a:lnTo>
                  <a:pt x="502401" y="0"/>
                </a:lnTo>
                <a:lnTo>
                  <a:pt x="502401" y="502401"/>
                </a:lnTo>
                <a:lnTo>
                  <a:pt x="0" y="502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6299" y="5755557"/>
            <a:ext cx="502401" cy="502401"/>
          </a:xfrm>
          <a:custGeom>
            <a:avLst/>
            <a:gdLst/>
            <a:ahLst/>
            <a:cxnLst/>
            <a:rect r="r" b="b" t="t" l="l"/>
            <a:pathLst>
              <a:path h="502401" w="502401">
                <a:moveTo>
                  <a:pt x="0" y="0"/>
                </a:moveTo>
                <a:lnTo>
                  <a:pt x="502401" y="0"/>
                </a:lnTo>
                <a:lnTo>
                  <a:pt x="502401" y="502401"/>
                </a:lnTo>
                <a:lnTo>
                  <a:pt x="0" y="502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28890" y="7010839"/>
            <a:ext cx="3554941" cy="3276161"/>
          </a:xfrm>
          <a:custGeom>
            <a:avLst/>
            <a:gdLst/>
            <a:ahLst/>
            <a:cxnLst/>
            <a:rect r="r" b="b" t="t" l="l"/>
            <a:pathLst>
              <a:path h="3276161" w="3554941">
                <a:moveTo>
                  <a:pt x="0" y="0"/>
                </a:moveTo>
                <a:lnTo>
                  <a:pt x="3554942" y="0"/>
                </a:lnTo>
                <a:lnTo>
                  <a:pt x="3554942" y="3276161"/>
                </a:lnTo>
                <a:lnTo>
                  <a:pt x="0" y="32761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254" r="0" b="-425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28890" y="3256935"/>
            <a:ext cx="3554941" cy="3554941"/>
          </a:xfrm>
          <a:custGeom>
            <a:avLst/>
            <a:gdLst/>
            <a:ahLst/>
            <a:cxnLst/>
            <a:rect r="r" b="b" t="t" l="l"/>
            <a:pathLst>
              <a:path h="3554941" w="3554941">
                <a:moveTo>
                  <a:pt x="0" y="0"/>
                </a:moveTo>
                <a:lnTo>
                  <a:pt x="3554942" y="0"/>
                </a:lnTo>
                <a:lnTo>
                  <a:pt x="3554942" y="3554942"/>
                </a:lnTo>
                <a:lnTo>
                  <a:pt x="0" y="35549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81400" y="3256935"/>
            <a:ext cx="3591745" cy="3554941"/>
          </a:xfrm>
          <a:custGeom>
            <a:avLst/>
            <a:gdLst/>
            <a:ahLst/>
            <a:cxnLst/>
            <a:rect r="r" b="b" t="t" l="l"/>
            <a:pathLst>
              <a:path h="3554941" w="3591745">
                <a:moveTo>
                  <a:pt x="0" y="0"/>
                </a:moveTo>
                <a:lnTo>
                  <a:pt x="3591744" y="0"/>
                </a:lnTo>
                <a:lnTo>
                  <a:pt x="3591744" y="3554942"/>
                </a:lnTo>
                <a:lnTo>
                  <a:pt x="0" y="355494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262" t="0" r="-1262" b="-358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84154">
            <a:off x="8355170" y="8015526"/>
            <a:ext cx="2363953" cy="780105"/>
          </a:xfrm>
          <a:custGeom>
            <a:avLst/>
            <a:gdLst/>
            <a:ahLst/>
            <a:cxnLst/>
            <a:rect r="r" b="b" t="t" l="l"/>
            <a:pathLst>
              <a:path h="780105" w="2363953">
                <a:moveTo>
                  <a:pt x="0" y="0"/>
                </a:moveTo>
                <a:lnTo>
                  <a:pt x="2363953" y="0"/>
                </a:lnTo>
                <a:lnTo>
                  <a:pt x="2363953" y="780104"/>
                </a:lnTo>
                <a:lnTo>
                  <a:pt x="0" y="78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7673" y="4687955"/>
            <a:ext cx="6731414" cy="400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Học dễ hơn, ghi nhớ tốt hơn, tiến bộ mỗi ngày.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Peace FlashCard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giúp biến việc học từ vựng thành một trải nghiệm đơn giản, thú vị, nhất quán.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Một ứng dụng - Nhiều ngôn ngữ - Một hành trình học tập.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91436" y="7412192"/>
            <a:ext cx="6742163" cy="5022911"/>
          </a:xfrm>
          <a:custGeom>
            <a:avLst/>
            <a:gdLst/>
            <a:ahLst/>
            <a:cxnLst/>
            <a:rect r="r" b="b" t="t" l="l"/>
            <a:pathLst>
              <a:path h="5022911" w="6742163">
                <a:moveTo>
                  <a:pt x="0" y="0"/>
                </a:moveTo>
                <a:lnTo>
                  <a:pt x="6742163" y="0"/>
                </a:lnTo>
                <a:lnTo>
                  <a:pt x="6742163" y="5022911"/>
                </a:lnTo>
                <a:lnTo>
                  <a:pt x="0" y="5022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99573" y="-3257762"/>
            <a:ext cx="7583831" cy="7372478"/>
          </a:xfrm>
          <a:custGeom>
            <a:avLst/>
            <a:gdLst/>
            <a:ahLst/>
            <a:cxnLst/>
            <a:rect r="r" b="b" t="t" l="l"/>
            <a:pathLst>
              <a:path h="7372478" w="7583831">
                <a:moveTo>
                  <a:pt x="0" y="0"/>
                </a:moveTo>
                <a:lnTo>
                  <a:pt x="7583831" y="0"/>
                </a:lnTo>
                <a:lnTo>
                  <a:pt x="7583831" y="7372478"/>
                </a:lnTo>
                <a:lnTo>
                  <a:pt x="0" y="7372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3667" y="149804"/>
            <a:ext cx="15398766" cy="988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FOR WATCHING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─────────────────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SPECIAL THANKS TO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MENTOR PHÚC          MENTOR PHONG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GUIDANCE &amp;           GUIDANCE &amp;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SUPPORT              SUPPORT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HR DEPARTMENT        OUR TEAM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SUPPORT &amp;            DEDICATION &amp;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COLLABORATION        TEAMWORK</a:t>
            </a:r>
          </a:p>
          <a:p>
            <a:pPr algn="ctr" marL="0" indent="0" lvl="0">
              <a:lnSpc>
                <a:spcPts val="6007"/>
              </a:lnSpc>
            </a:pPr>
            <a:r>
              <a:rPr lang="en-US" b="true" sz="429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─────────────────</a:t>
            </a:r>
          </a:p>
          <a:p>
            <a:pPr algn="ctr" marL="0" indent="0" lvl="0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 FOR BEING WITH US!</a:t>
            </a:r>
          </a:p>
          <a:p>
            <a:pPr algn="ctr" marL="0" indent="0" lvl="0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▌ AND NOW, LET'S MOVE ON TO THE DEMO  →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407826" y="263924"/>
            <a:ext cx="2527749" cy="614671"/>
            <a:chOff x="0" y="0"/>
            <a:chExt cx="665745" cy="161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5745" cy="161889"/>
            </a:xfrm>
            <a:custGeom>
              <a:avLst/>
              <a:gdLst/>
              <a:ahLst/>
              <a:cxnLst/>
              <a:rect r="r" b="b" t="t" l="l"/>
              <a:pathLst>
                <a:path h="161889" w="665745">
                  <a:moveTo>
                    <a:pt x="80944" y="0"/>
                  </a:moveTo>
                  <a:lnTo>
                    <a:pt x="584800" y="0"/>
                  </a:lnTo>
                  <a:cubicBezTo>
                    <a:pt x="606268" y="0"/>
                    <a:pt x="626857" y="8528"/>
                    <a:pt x="642037" y="23708"/>
                  </a:cubicBezTo>
                  <a:cubicBezTo>
                    <a:pt x="657217" y="38888"/>
                    <a:pt x="665745" y="59477"/>
                    <a:pt x="665745" y="80944"/>
                  </a:cubicBezTo>
                  <a:lnTo>
                    <a:pt x="665745" y="80944"/>
                  </a:lnTo>
                  <a:cubicBezTo>
                    <a:pt x="665745" y="125649"/>
                    <a:pt x="629505" y="161889"/>
                    <a:pt x="584800" y="161889"/>
                  </a:cubicBezTo>
                  <a:lnTo>
                    <a:pt x="80944" y="161889"/>
                  </a:lnTo>
                  <a:cubicBezTo>
                    <a:pt x="36240" y="161889"/>
                    <a:pt x="0" y="125649"/>
                    <a:pt x="0" y="80944"/>
                  </a:cubicBezTo>
                  <a:lnTo>
                    <a:pt x="0" y="80944"/>
                  </a:lnTo>
                  <a:cubicBezTo>
                    <a:pt x="0" y="36240"/>
                    <a:pt x="36240" y="0"/>
                    <a:pt x="809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5745" cy="199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98240" y="415112"/>
            <a:ext cx="278997" cy="340996"/>
          </a:xfrm>
          <a:custGeom>
            <a:avLst/>
            <a:gdLst/>
            <a:ahLst/>
            <a:cxnLst/>
            <a:rect r="r" b="b" t="t" l="l"/>
            <a:pathLst>
              <a:path h="340996" w="278997">
                <a:moveTo>
                  <a:pt x="0" y="0"/>
                </a:moveTo>
                <a:lnTo>
                  <a:pt x="278997" y="0"/>
                </a:lnTo>
                <a:lnTo>
                  <a:pt x="278997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04127" y="504013"/>
            <a:ext cx="1831448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b="true" sz="2000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TEAM PEACE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DAHTT9nIDVA</dc:identifier>
  <dcterms:modified xsi:type="dcterms:W3CDTF">2011-08-01T06:04:30Z</dcterms:modified>
  <cp:revision>1</cp:revision>
  <dc:title>FlashCard – Ứng dụng Android học từ vựng đa ngôn ngữ bằng Kotlin và JetpackCompose</dc:title>
</cp:coreProperties>
</file>